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1" d="100"/>
          <a:sy n="51" d="100"/>
        </p:scale>
        <p:origin x="1720" y="2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mily Beech" userId="8556fa295c579ec0" providerId="LiveId" clId="{28D9A1BC-2BBE-4B5D-B8CF-CBFD31B5672B}"/>
    <pc:docChg chg="modSld">
      <pc:chgData name="Emily Beech" userId="8556fa295c579ec0" providerId="LiveId" clId="{28D9A1BC-2BBE-4B5D-B8CF-CBFD31B5672B}" dt="2025-12-10T13:14:05.412" v="27" actId="20577"/>
      <pc:docMkLst>
        <pc:docMk/>
      </pc:docMkLst>
      <pc:sldChg chg="modSp mod">
        <pc:chgData name="Emily Beech" userId="8556fa295c579ec0" providerId="LiveId" clId="{28D9A1BC-2BBE-4B5D-B8CF-CBFD31B5672B}" dt="2025-12-10T13:14:05.412" v="27" actId="20577"/>
        <pc:sldMkLst>
          <pc:docMk/>
          <pc:sldMk cId="0" sldId="256"/>
        </pc:sldMkLst>
        <pc:spChg chg="mod">
          <ac:chgData name="Emily Beech" userId="8556fa295c579ec0" providerId="LiveId" clId="{28D9A1BC-2BBE-4B5D-B8CF-CBFD31B5672B}" dt="2025-12-10T13:14:05.412" v="27" actId="20577"/>
          <ac:spMkLst>
            <pc:docMk/>
            <pc:sldMk cId="0" sldId="256"/>
            <ac:spMk id="2" creationId="{00000000-0000-0000-0000-000000000000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sv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10" Type="http://schemas.openxmlformats.org/officeDocument/2006/relationships/image" Target="../media/image30.svg"/><Relationship Id="rId4" Type="http://schemas.openxmlformats.org/officeDocument/2006/relationships/image" Target="../media/image24.svg"/><Relationship Id="rId9" Type="http://schemas.openxmlformats.org/officeDocument/2006/relationships/image" Target="../media/image29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sv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10" Type="http://schemas.openxmlformats.org/officeDocument/2006/relationships/image" Target="../media/image30.svg"/><Relationship Id="rId4" Type="http://schemas.openxmlformats.org/officeDocument/2006/relationships/image" Target="../media/image24.svg"/><Relationship Id="rId9" Type="http://schemas.openxmlformats.org/officeDocument/2006/relationships/image" Target="../media/image29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9268A0B-E68D-49AC-AC6E-19C95AF2405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613713D9-F135-4BA8-A913-08665092B66E}">
      <dgm:prSet/>
      <dgm:spPr/>
      <dgm:t>
        <a:bodyPr/>
        <a:lstStyle/>
        <a:p>
          <a:r>
            <a:rPr lang="en-US"/>
            <a:t>- Scrum Master: Facilitates process and removes blockers</a:t>
          </a:r>
        </a:p>
      </dgm:t>
    </dgm:pt>
    <dgm:pt modelId="{297187A8-38C0-4F0E-831E-CAEAB0D017EB}" type="parTrans" cxnId="{5A717043-9DF6-4403-8C76-FA9CB0EA30AD}">
      <dgm:prSet/>
      <dgm:spPr/>
      <dgm:t>
        <a:bodyPr/>
        <a:lstStyle/>
        <a:p>
          <a:endParaRPr lang="en-US"/>
        </a:p>
      </dgm:t>
    </dgm:pt>
    <dgm:pt modelId="{724F647E-DE32-4369-A900-85C4CDCC4BCD}" type="sibTrans" cxnId="{5A717043-9DF6-4403-8C76-FA9CB0EA30AD}">
      <dgm:prSet/>
      <dgm:spPr/>
      <dgm:t>
        <a:bodyPr/>
        <a:lstStyle/>
        <a:p>
          <a:endParaRPr lang="en-US"/>
        </a:p>
      </dgm:t>
    </dgm:pt>
    <dgm:pt modelId="{C7D1A427-B3F0-4F4A-86B2-F3E7F2B51906}">
      <dgm:prSet/>
      <dgm:spPr/>
      <dgm:t>
        <a:bodyPr/>
        <a:lstStyle/>
        <a:p>
          <a:r>
            <a:rPr lang="en-US"/>
            <a:t>- Product Owner: Defines vision, prioritizes backlog, represents stakeholders</a:t>
          </a:r>
        </a:p>
      </dgm:t>
    </dgm:pt>
    <dgm:pt modelId="{95C5C9E1-7C81-4F76-8C58-018122A7CF46}" type="parTrans" cxnId="{87AB07E6-2718-4946-B7A2-01EEC85385EA}">
      <dgm:prSet/>
      <dgm:spPr/>
      <dgm:t>
        <a:bodyPr/>
        <a:lstStyle/>
        <a:p>
          <a:endParaRPr lang="en-US"/>
        </a:p>
      </dgm:t>
    </dgm:pt>
    <dgm:pt modelId="{69CFBB66-CE5D-4F90-ADF1-7AB33DF073A9}" type="sibTrans" cxnId="{87AB07E6-2718-4946-B7A2-01EEC85385EA}">
      <dgm:prSet/>
      <dgm:spPr/>
      <dgm:t>
        <a:bodyPr/>
        <a:lstStyle/>
        <a:p>
          <a:endParaRPr lang="en-US"/>
        </a:p>
      </dgm:t>
    </dgm:pt>
    <dgm:pt modelId="{7B597122-EB0E-409A-AACC-6B90A0B6BDE8}">
      <dgm:prSet/>
      <dgm:spPr/>
      <dgm:t>
        <a:bodyPr/>
        <a:lstStyle/>
        <a:p>
          <a:r>
            <a:rPr lang="en-US"/>
            <a:t>- Developers: Build increments, collaborate daily, deliver value</a:t>
          </a:r>
        </a:p>
      </dgm:t>
    </dgm:pt>
    <dgm:pt modelId="{B56D926F-D224-40FA-9125-980ABA517542}" type="parTrans" cxnId="{9BD28425-71D0-4DE1-B0D3-EDFF0F52DF4C}">
      <dgm:prSet/>
      <dgm:spPr/>
      <dgm:t>
        <a:bodyPr/>
        <a:lstStyle/>
        <a:p>
          <a:endParaRPr lang="en-US"/>
        </a:p>
      </dgm:t>
    </dgm:pt>
    <dgm:pt modelId="{B8F32BCA-4AF6-4E5D-9238-1D1A7EE6E97B}" type="sibTrans" cxnId="{9BD28425-71D0-4DE1-B0D3-EDFF0F52DF4C}">
      <dgm:prSet/>
      <dgm:spPr/>
      <dgm:t>
        <a:bodyPr/>
        <a:lstStyle/>
        <a:p>
          <a:endParaRPr lang="en-US"/>
        </a:p>
      </dgm:t>
    </dgm:pt>
    <dgm:pt modelId="{0569EB38-B62D-4CA2-AEA3-81AFD9582635}">
      <dgm:prSet/>
      <dgm:spPr/>
      <dgm:t>
        <a:bodyPr/>
        <a:lstStyle/>
        <a:p>
          <a:r>
            <a:rPr lang="en-US"/>
            <a:t>- Testers: Validate functionality and ensure software quality</a:t>
          </a:r>
        </a:p>
      </dgm:t>
    </dgm:pt>
    <dgm:pt modelId="{AAEF2AF4-0008-496C-8649-040201D6B3E8}" type="parTrans" cxnId="{5757A762-DBF3-4F6C-8BC8-C48145A0FC45}">
      <dgm:prSet/>
      <dgm:spPr/>
      <dgm:t>
        <a:bodyPr/>
        <a:lstStyle/>
        <a:p>
          <a:endParaRPr lang="en-US"/>
        </a:p>
      </dgm:t>
    </dgm:pt>
    <dgm:pt modelId="{5A5B046B-79C2-43C0-A56A-1CBA6FD165F1}" type="sibTrans" cxnId="{5757A762-DBF3-4F6C-8BC8-C48145A0FC45}">
      <dgm:prSet/>
      <dgm:spPr/>
      <dgm:t>
        <a:bodyPr/>
        <a:lstStyle/>
        <a:p>
          <a:endParaRPr lang="en-US"/>
        </a:p>
      </dgm:t>
    </dgm:pt>
    <dgm:pt modelId="{74F2BE4A-D695-4AFD-8044-B39491DFB514}" type="pres">
      <dgm:prSet presAssocID="{49268A0B-E68D-49AC-AC6E-19C95AF2405D}" presName="root" presStyleCnt="0">
        <dgm:presLayoutVars>
          <dgm:dir/>
          <dgm:resizeHandles val="exact"/>
        </dgm:presLayoutVars>
      </dgm:prSet>
      <dgm:spPr/>
    </dgm:pt>
    <dgm:pt modelId="{9014B8A8-7E7A-40E9-B61D-ABF63539AE94}" type="pres">
      <dgm:prSet presAssocID="{613713D9-F135-4BA8-A913-08665092B66E}" presName="compNode" presStyleCnt="0"/>
      <dgm:spPr/>
    </dgm:pt>
    <dgm:pt modelId="{90AE743A-435A-46C5-98B3-73BEA633DDC8}" type="pres">
      <dgm:prSet presAssocID="{613713D9-F135-4BA8-A913-08665092B66E}" presName="bgRect" presStyleLbl="bgShp" presStyleIdx="0" presStyleCnt="4"/>
      <dgm:spPr/>
    </dgm:pt>
    <dgm:pt modelId="{14B2F582-A802-4037-84BE-8857B9FDC2C8}" type="pres">
      <dgm:prSet presAssocID="{613713D9-F135-4BA8-A913-08665092B66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nching Diagram"/>
        </a:ext>
      </dgm:extLst>
    </dgm:pt>
    <dgm:pt modelId="{4CB9D7B6-B183-4828-942D-67AC60E4C8C1}" type="pres">
      <dgm:prSet presAssocID="{613713D9-F135-4BA8-A913-08665092B66E}" presName="spaceRect" presStyleCnt="0"/>
      <dgm:spPr/>
    </dgm:pt>
    <dgm:pt modelId="{D50058E2-735C-46D1-AF2B-0F4984C4539F}" type="pres">
      <dgm:prSet presAssocID="{613713D9-F135-4BA8-A913-08665092B66E}" presName="parTx" presStyleLbl="revTx" presStyleIdx="0" presStyleCnt="4">
        <dgm:presLayoutVars>
          <dgm:chMax val="0"/>
          <dgm:chPref val="0"/>
        </dgm:presLayoutVars>
      </dgm:prSet>
      <dgm:spPr/>
    </dgm:pt>
    <dgm:pt modelId="{C01A0373-E1FB-4E7C-8845-45324D1D3E4C}" type="pres">
      <dgm:prSet presAssocID="{724F647E-DE32-4369-A900-85C4CDCC4BCD}" presName="sibTrans" presStyleCnt="0"/>
      <dgm:spPr/>
    </dgm:pt>
    <dgm:pt modelId="{68A0CB19-CBF1-428D-9898-2E8772E4B72C}" type="pres">
      <dgm:prSet presAssocID="{C7D1A427-B3F0-4F4A-86B2-F3E7F2B51906}" presName="compNode" presStyleCnt="0"/>
      <dgm:spPr/>
    </dgm:pt>
    <dgm:pt modelId="{F4B47741-7073-447E-BE11-D09E1AAE212F}" type="pres">
      <dgm:prSet presAssocID="{C7D1A427-B3F0-4F4A-86B2-F3E7F2B51906}" presName="bgRect" presStyleLbl="bgShp" presStyleIdx="1" presStyleCnt="4"/>
      <dgm:spPr/>
    </dgm:pt>
    <dgm:pt modelId="{493B6341-7D52-4466-8DCA-F121AE5C1EF8}" type="pres">
      <dgm:prSet presAssocID="{C7D1A427-B3F0-4F4A-86B2-F3E7F2B51906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5778FBA8-A636-4C77-9675-BEA62AED2A0E}" type="pres">
      <dgm:prSet presAssocID="{C7D1A427-B3F0-4F4A-86B2-F3E7F2B51906}" presName="spaceRect" presStyleCnt="0"/>
      <dgm:spPr/>
    </dgm:pt>
    <dgm:pt modelId="{0FBA18B0-DE9C-4F90-9E3B-F947124C3A31}" type="pres">
      <dgm:prSet presAssocID="{C7D1A427-B3F0-4F4A-86B2-F3E7F2B51906}" presName="parTx" presStyleLbl="revTx" presStyleIdx="1" presStyleCnt="4">
        <dgm:presLayoutVars>
          <dgm:chMax val="0"/>
          <dgm:chPref val="0"/>
        </dgm:presLayoutVars>
      </dgm:prSet>
      <dgm:spPr/>
    </dgm:pt>
    <dgm:pt modelId="{FCE3F9AA-5AC1-40D6-A65E-E71A6115E098}" type="pres">
      <dgm:prSet presAssocID="{69CFBB66-CE5D-4F90-ADF1-7AB33DF073A9}" presName="sibTrans" presStyleCnt="0"/>
      <dgm:spPr/>
    </dgm:pt>
    <dgm:pt modelId="{67FE5578-6F1A-4FCF-8912-D66C739DD28C}" type="pres">
      <dgm:prSet presAssocID="{7B597122-EB0E-409A-AACC-6B90A0B6BDE8}" presName="compNode" presStyleCnt="0"/>
      <dgm:spPr/>
    </dgm:pt>
    <dgm:pt modelId="{02B4C2A5-15A3-47BA-B469-22F1E4C65FD6}" type="pres">
      <dgm:prSet presAssocID="{7B597122-EB0E-409A-AACC-6B90A0B6BDE8}" presName="bgRect" presStyleLbl="bgShp" presStyleIdx="2" presStyleCnt="4"/>
      <dgm:spPr/>
    </dgm:pt>
    <dgm:pt modelId="{FA50B196-0FAD-4F8F-B02D-CAA4E846DBEF}" type="pres">
      <dgm:prSet presAssocID="{7B597122-EB0E-409A-AACC-6B90A0B6BDE8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CF857166-4E62-45C2-B453-9F5369757C89}" type="pres">
      <dgm:prSet presAssocID="{7B597122-EB0E-409A-AACC-6B90A0B6BDE8}" presName="spaceRect" presStyleCnt="0"/>
      <dgm:spPr/>
    </dgm:pt>
    <dgm:pt modelId="{B208D9EE-2640-42A2-9F6E-3B92BB0B4765}" type="pres">
      <dgm:prSet presAssocID="{7B597122-EB0E-409A-AACC-6B90A0B6BDE8}" presName="parTx" presStyleLbl="revTx" presStyleIdx="2" presStyleCnt="4">
        <dgm:presLayoutVars>
          <dgm:chMax val="0"/>
          <dgm:chPref val="0"/>
        </dgm:presLayoutVars>
      </dgm:prSet>
      <dgm:spPr/>
    </dgm:pt>
    <dgm:pt modelId="{C5175EC3-93B2-46F8-936A-9E368BA98A2F}" type="pres">
      <dgm:prSet presAssocID="{B8F32BCA-4AF6-4E5D-9238-1D1A7EE6E97B}" presName="sibTrans" presStyleCnt="0"/>
      <dgm:spPr/>
    </dgm:pt>
    <dgm:pt modelId="{B4899466-CEEE-4E29-9378-575BE4F208FD}" type="pres">
      <dgm:prSet presAssocID="{0569EB38-B62D-4CA2-AEA3-81AFD9582635}" presName="compNode" presStyleCnt="0"/>
      <dgm:spPr/>
    </dgm:pt>
    <dgm:pt modelId="{7C628175-7974-4572-B679-E5160EA3ACD3}" type="pres">
      <dgm:prSet presAssocID="{0569EB38-B62D-4CA2-AEA3-81AFD9582635}" presName="bgRect" presStyleLbl="bgShp" presStyleIdx="3" presStyleCnt="4"/>
      <dgm:spPr/>
    </dgm:pt>
    <dgm:pt modelId="{EFDE4C8A-CD8B-43B2-B589-1A2A1C66F0AF}" type="pres">
      <dgm:prSet presAssocID="{0569EB38-B62D-4CA2-AEA3-81AFD9582635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895727F8-3491-44A1-8A5C-C145A681B6EF}" type="pres">
      <dgm:prSet presAssocID="{0569EB38-B62D-4CA2-AEA3-81AFD9582635}" presName="spaceRect" presStyleCnt="0"/>
      <dgm:spPr/>
    </dgm:pt>
    <dgm:pt modelId="{F8AD5111-E96B-4392-950A-820765182096}" type="pres">
      <dgm:prSet presAssocID="{0569EB38-B62D-4CA2-AEA3-81AFD9582635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9BD28425-71D0-4DE1-B0D3-EDFF0F52DF4C}" srcId="{49268A0B-E68D-49AC-AC6E-19C95AF2405D}" destId="{7B597122-EB0E-409A-AACC-6B90A0B6BDE8}" srcOrd="2" destOrd="0" parTransId="{B56D926F-D224-40FA-9125-980ABA517542}" sibTransId="{B8F32BCA-4AF6-4E5D-9238-1D1A7EE6E97B}"/>
    <dgm:cxn modelId="{4A600131-2500-417D-9EE5-FDB0A3A6C3AE}" type="presOf" srcId="{49268A0B-E68D-49AC-AC6E-19C95AF2405D}" destId="{74F2BE4A-D695-4AFD-8044-B39491DFB514}" srcOrd="0" destOrd="0" presId="urn:microsoft.com/office/officeart/2018/2/layout/IconVerticalSolidList"/>
    <dgm:cxn modelId="{5757A762-DBF3-4F6C-8BC8-C48145A0FC45}" srcId="{49268A0B-E68D-49AC-AC6E-19C95AF2405D}" destId="{0569EB38-B62D-4CA2-AEA3-81AFD9582635}" srcOrd="3" destOrd="0" parTransId="{AAEF2AF4-0008-496C-8649-040201D6B3E8}" sibTransId="{5A5B046B-79C2-43C0-A56A-1CBA6FD165F1}"/>
    <dgm:cxn modelId="{5A717043-9DF6-4403-8C76-FA9CB0EA30AD}" srcId="{49268A0B-E68D-49AC-AC6E-19C95AF2405D}" destId="{613713D9-F135-4BA8-A913-08665092B66E}" srcOrd="0" destOrd="0" parTransId="{297187A8-38C0-4F0E-831E-CAEAB0D017EB}" sibTransId="{724F647E-DE32-4369-A900-85C4CDCC4BCD}"/>
    <dgm:cxn modelId="{1E24A48A-BA28-4961-8206-E8DB713E109D}" type="presOf" srcId="{7B597122-EB0E-409A-AACC-6B90A0B6BDE8}" destId="{B208D9EE-2640-42A2-9F6E-3B92BB0B4765}" srcOrd="0" destOrd="0" presId="urn:microsoft.com/office/officeart/2018/2/layout/IconVerticalSolidList"/>
    <dgm:cxn modelId="{3D33AB9D-A4CA-4F74-8B3C-8FEE6FCB24AE}" type="presOf" srcId="{613713D9-F135-4BA8-A913-08665092B66E}" destId="{D50058E2-735C-46D1-AF2B-0F4984C4539F}" srcOrd="0" destOrd="0" presId="urn:microsoft.com/office/officeart/2018/2/layout/IconVerticalSolidList"/>
    <dgm:cxn modelId="{4105A1C3-CEBF-4DBA-AD4E-9B29A7F679C3}" type="presOf" srcId="{C7D1A427-B3F0-4F4A-86B2-F3E7F2B51906}" destId="{0FBA18B0-DE9C-4F90-9E3B-F947124C3A31}" srcOrd="0" destOrd="0" presId="urn:microsoft.com/office/officeart/2018/2/layout/IconVerticalSolidList"/>
    <dgm:cxn modelId="{87AB07E6-2718-4946-B7A2-01EEC85385EA}" srcId="{49268A0B-E68D-49AC-AC6E-19C95AF2405D}" destId="{C7D1A427-B3F0-4F4A-86B2-F3E7F2B51906}" srcOrd="1" destOrd="0" parTransId="{95C5C9E1-7C81-4F76-8C58-018122A7CF46}" sibTransId="{69CFBB66-CE5D-4F90-ADF1-7AB33DF073A9}"/>
    <dgm:cxn modelId="{81B453F2-F97C-4979-AFDA-329AECE54A0C}" type="presOf" srcId="{0569EB38-B62D-4CA2-AEA3-81AFD9582635}" destId="{F8AD5111-E96B-4392-950A-820765182096}" srcOrd="0" destOrd="0" presId="urn:microsoft.com/office/officeart/2018/2/layout/IconVerticalSolidList"/>
    <dgm:cxn modelId="{519F550C-3AC7-4B1B-959F-F66FE5C4386C}" type="presParOf" srcId="{74F2BE4A-D695-4AFD-8044-B39491DFB514}" destId="{9014B8A8-7E7A-40E9-B61D-ABF63539AE94}" srcOrd="0" destOrd="0" presId="urn:microsoft.com/office/officeart/2018/2/layout/IconVerticalSolidList"/>
    <dgm:cxn modelId="{72806FAB-0EB8-4596-974A-BC0FA11B1A29}" type="presParOf" srcId="{9014B8A8-7E7A-40E9-B61D-ABF63539AE94}" destId="{90AE743A-435A-46C5-98B3-73BEA633DDC8}" srcOrd="0" destOrd="0" presId="urn:microsoft.com/office/officeart/2018/2/layout/IconVerticalSolidList"/>
    <dgm:cxn modelId="{6C5DACF1-C572-4D54-85B2-C257B84DB124}" type="presParOf" srcId="{9014B8A8-7E7A-40E9-B61D-ABF63539AE94}" destId="{14B2F582-A802-4037-84BE-8857B9FDC2C8}" srcOrd="1" destOrd="0" presId="urn:microsoft.com/office/officeart/2018/2/layout/IconVerticalSolidList"/>
    <dgm:cxn modelId="{B8253B57-980C-42A2-AA5E-FE92A51656C5}" type="presParOf" srcId="{9014B8A8-7E7A-40E9-B61D-ABF63539AE94}" destId="{4CB9D7B6-B183-4828-942D-67AC60E4C8C1}" srcOrd="2" destOrd="0" presId="urn:microsoft.com/office/officeart/2018/2/layout/IconVerticalSolidList"/>
    <dgm:cxn modelId="{851F98C7-9524-4418-A130-19DC6E019B95}" type="presParOf" srcId="{9014B8A8-7E7A-40E9-B61D-ABF63539AE94}" destId="{D50058E2-735C-46D1-AF2B-0F4984C4539F}" srcOrd="3" destOrd="0" presId="urn:microsoft.com/office/officeart/2018/2/layout/IconVerticalSolidList"/>
    <dgm:cxn modelId="{F935316E-31D3-4172-B2D5-1205C18000A5}" type="presParOf" srcId="{74F2BE4A-D695-4AFD-8044-B39491DFB514}" destId="{C01A0373-E1FB-4E7C-8845-45324D1D3E4C}" srcOrd="1" destOrd="0" presId="urn:microsoft.com/office/officeart/2018/2/layout/IconVerticalSolidList"/>
    <dgm:cxn modelId="{D5393322-3578-4F23-B883-2A8AB9D15688}" type="presParOf" srcId="{74F2BE4A-D695-4AFD-8044-B39491DFB514}" destId="{68A0CB19-CBF1-428D-9898-2E8772E4B72C}" srcOrd="2" destOrd="0" presId="urn:microsoft.com/office/officeart/2018/2/layout/IconVerticalSolidList"/>
    <dgm:cxn modelId="{DD33B31B-96B7-4EFE-A5F4-DE4C2B036AF8}" type="presParOf" srcId="{68A0CB19-CBF1-428D-9898-2E8772E4B72C}" destId="{F4B47741-7073-447E-BE11-D09E1AAE212F}" srcOrd="0" destOrd="0" presId="urn:microsoft.com/office/officeart/2018/2/layout/IconVerticalSolidList"/>
    <dgm:cxn modelId="{FDA489B8-AFF7-4640-B038-76E8337EBDDB}" type="presParOf" srcId="{68A0CB19-CBF1-428D-9898-2E8772E4B72C}" destId="{493B6341-7D52-4466-8DCA-F121AE5C1EF8}" srcOrd="1" destOrd="0" presId="urn:microsoft.com/office/officeart/2018/2/layout/IconVerticalSolidList"/>
    <dgm:cxn modelId="{026B8641-50E2-44D7-8691-F63BA18AA31D}" type="presParOf" srcId="{68A0CB19-CBF1-428D-9898-2E8772E4B72C}" destId="{5778FBA8-A636-4C77-9675-BEA62AED2A0E}" srcOrd="2" destOrd="0" presId="urn:microsoft.com/office/officeart/2018/2/layout/IconVerticalSolidList"/>
    <dgm:cxn modelId="{D302DCD9-9371-4C63-BE5B-9CBEB3FB0877}" type="presParOf" srcId="{68A0CB19-CBF1-428D-9898-2E8772E4B72C}" destId="{0FBA18B0-DE9C-4F90-9E3B-F947124C3A31}" srcOrd="3" destOrd="0" presId="urn:microsoft.com/office/officeart/2018/2/layout/IconVerticalSolidList"/>
    <dgm:cxn modelId="{8D8962A4-9773-4A85-8DC6-E5DA18B7FC5D}" type="presParOf" srcId="{74F2BE4A-D695-4AFD-8044-B39491DFB514}" destId="{FCE3F9AA-5AC1-40D6-A65E-E71A6115E098}" srcOrd="3" destOrd="0" presId="urn:microsoft.com/office/officeart/2018/2/layout/IconVerticalSolidList"/>
    <dgm:cxn modelId="{14DFF8B6-522C-485E-AEAB-F631DC40D544}" type="presParOf" srcId="{74F2BE4A-D695-4AFD-8044-B39491DFB514}" destId="{67FE5578-6F1A-4FCF-8912-D66C739DD28C}" srcOrd="4" destOrd="0" presId="urn:microsoft.com/office/officeart/2018/2/layout/IconVerticalSolidList"/>
    <dgm:cxn modelId="{61888EFD-F65F-4B93-9C97-D1F1C5BF188F}" type="presParOf" srcId="{67FE5578-6F1A-4FCF-8912-D66C739DD28C}" destId="{02B4C2A5-15A3-47BA-B469-22F1E4C65FD6}" srcOrd="0" destOrd="0" presId="urn:microsoft.com/office/officeart/2018/2/layout/IconVerticalSolidList"/>
    <dgm:cxn modelId="{CF7A2A12-9CDB-4D23-86E4-25267EA6531A}" type="presParOf" srcId="{67FE5578-6F1A-4FCF-8912-D66C739DD28C}" destId="{FA50B196-0FAD-4F8F-B02D-CAA4E846DBEF}" srcOrd="1" destOrd="0" presId="urn:microsoft.com/office/officeart/2018/2/layout/IconVerticalSolidList"/>
    <dgm:cxn modelId="{BC5A6144-7523-4FE8-A976-843E93C6C519}" type="presParOf" srcId="{67FE5578-6F1A-4FCF-8912-D66C739DD28C}" destId="{CF857166-4E62-45C2-B453-9F5369757C89}" srcOrd="2" destOrd="0" presId="urn:microsoft.com/office/officeart/2018/2/layout/IconVerticalSolidList"/>
    <dgm:cxn modelId="{8EF78E8C-484A-4A6C-ABE4-BFF4B547F51C}" type="presParOf" srcId="{67FE5578-6F1A-4FCF-8912-D66C739DD28C}" destId="{B208D9EE-2640-42A2-9F6E-3B92BB0B4765}" srcOrd="3" destOrd="0" presId="urn:microsoft.com/office/officeart/2018/2/layout/IconVerticalSolidList"/>
    <dgm:cxn modelId="{B09DE7B2-2A26-4FDE-9C7C-8398F45146FB}" type="presParOf" srcId="{74F2BE4A-D695-4AFD-8044-B39491DFB514}" destId="{C5175EC3-93B2-46F8-936A-9E368BA98A2F}" srcOrd="5" destOrd="0" presId="urn:microsoft.com/office/officeart/2018/2/layout/IconVerticalSolidList"/>
    <dgm:cxn modelId="{97ED10FF-9028-48BD-BBBF-D3551C1DB60B}" type="presParOf" srcId="{74F2BE4A-D695-4AFD-8044-B39491DFB514}" destId="{B4899466-CEEE-4E29-9378-575BE4F208FD}" srcOrd="6" destOrd="0" presId="urn:microsoft.com/office/officeart/2018/2/layout/IconVerticalSolidList"/>
    <dgm:cxn modelId="{F5AA1DB2-9D0C-4B9B-838D-290AEA93F84E}" type="presParOf" srcId="{B4899466-CEEE-4E29-9378-575BE4F208FD}" destId="{7C628175-7974-4572-B679-E5160EA3ACD3}" srcOrd="0" destOrd="0" presId="urn:microsoft.com/office/officeart/2018/2/layout/IconVerticalSolidList"/>
    <dgm:cxn modelId="{60E82490-97E7-43EC-838E-3892A04EEFFA}" type="presParOf" srcId="{B4899466-CEEE-4E29-9378-575BE4F208FD}" destId="{EFDE4C8A-CD8B-43B2-B589-1A2A1C66F0AF}" srcOrd="1" destOrd="0" presId="urn:microsoft.com/office/officeart/2018/2/layout/IconVerticalSolidList"/>
    <dgm:cxn modelId="{F21B3D73-35A9-4F4C-BCE2-5F429F864BDE}" type="presParOf" srcId="{B4899466-CEEE-4E29-9378-575BE4F208FD}" destId="{895727F8-3491-44A1-8A5C-C145A681B6EF}" srcOrd="2" destOrd="0" presId="urn:microsoft.com/office/officeart/2018/2/layout/IconVerticalSolidList"/>
    <dgm:cxn modelId="{1EC9EEAA-58DF-454F-958B-945908A23920}" type="presParOf" srcId="{B4899466-CEEE-4E29-9378-575BE4F208FD}" destId="{F8AD5111-E96B-4392-950A-82076518209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0AD1323-41D6-4B09-B247-72B18DDEF0A9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AC485C9-E3E7-4713-8067-1932ECD09DCF}">
      <dgm:prSet/>
      <dgm:spPr/>
      <dgm:t>
        <a:bodyPr/>
        <a:lstStyle/>
        <a:p>
          <a:r>
            <a:rPr lang="en-US"/>
            <a:t>- Requirements: User stories focused on value</a:t>
          </a:r>
        </a:p>
      </dgm:t>
    </dgm:pt>
    <dgm:pt modelId="{9D3A7A30-507C-4B3B-B848-AD9B5FF2F6F9}" type="parTrans" cxnId="{9E688841-191D-4AB9-B20E-1E1B08951583}">
      <dgm:prSet/>
      <dgm:spPr/>
      <dgm:t>
        <a:bodyPr/>
        <a:lstStyle/>
        <a:p>
          <a:endParaRPr lang="en-US"/>
        </a:p>
      </dgm:t>
    </dgm:pt>
    <dgm:pt modelId="{885FFF9B-C500-41DF-ACF2-ADB223CFA463}" type="sibTrans" cxnId="{9E688841-191D-4AB9-B20E-1E1B08951583}">
      <dgm:prSet/>
      <dgm:spPr/>
      <dgm:t>
        <a:bodyPr/>
        <a:lstStyle/>
        <a:p>
          <a:endParaRPr lang="en-US"/>
        </a:p>
      </dgm:t>
    </dgm:pt>
    <dgm:pt modelId="{38111C70-D72E-41D8-AA92-C2180AA574A4}">
      <dgm:prSet/>
      <dgm:spPr/>
      <dgm:t>
        <a:bodyPr/>
        <a:lstStyle/>
        <a:p>
          <a:r>
            <a:rPr lang="en-US"/>
            <a:t>- Planning: Iterative sprint planning</a:t>
          </a:r>
        </a:p>
      </dgm:t>
    </dgm:pt>
    <dgm:pt modelId="{2D73951D-5DAF-4389-B035-408E6D7A3F73}" type="parTrans" cxnId="{D0604BAD-501B-432B-BAEF-E443B7049815}">
      <dgm:prSet/>
      <dgm:spPr/>
      <dgm:t>
        <a:bodyPr/>
        <a:lstStyle/>
        <a:p>
          <a:endParaRPr lang="en-US"/>
        </a:p>
      </dgm:t>
    </dgm:pt>
    <dgm:pt modelId="{3CC4C9EC-0751-4C7A-BF2D-0C659B7BC37A}" type="sibTrans" cxnId="{D0604BAD-501B-432B-BAEF-E443B7049815}">
      <dgm:prSet/>
      <dgm:spPr/>
      <dgm:t>
        <a:bodyPr/>
        <a:lstStyle/>
        <a:p>
          <a:endParaRPr lang="en-US"/>
        </a:p>
      </dgm:t>
    </dgm:pt>
    <dgm:pt modelId="{DDF0CF12-C9F8-4C1F-BAB8-C60EBDD63CB9}">
      <dgm:prSet/>
      <dgm:spPr/>
      <dgm:t>
        <a:bodyPr/>
        <a:lstStyle/>
        <a:p>
          <a:r>
            <a:rPr lang="en-US"/>
            <a:t>- Development: Build small increments</a:t>
          </a:r>
        </a:p>
      </dgm:t>
    </dgm:pt>
    <dgm:pt modelId="{E2872E3B-357A-4242-9921-4293AA3BF4BE}" type="parTrans" cxnId="{330DBC22-6FEA-4150-B24E-34ABE71CD470}">
      <dgm:prSet/>
      <dgm:spPr/>
      <dgm:t>
        <a:bodyPr/>
        <a:lstStyle/>
        <a:p>
          <a:endParaRPr lang="en-US"/>
        </a:p>
      </dgm:t>
    </dgm:pt>
    <dgm:pt modelId="{196CFD76-D197-4395-A37C-E0B3A57D56BE}" type="sibTrans" cxnId="{330DBC22-6FEA-4150-B24E-34ABE71CD470}">
      <dgm:prSet/>
      <dgm:spPr/>
      <dgm:t>
        <a:bodyPr/>
        <a:lstStyle/>
        <a:p>
          <a:endParaRPr lang="en-US"/>
        </a:p>
      </dgm:t>
    </dgm:pt>
    <dgm:pt modelId="{9DFD02F6-5C6D-41B6-B189-8E5E08E946D0}">
      <dgm:prSet/>
      <dgm:spPr/>
      <dgm:t>
        <a:bodyPr/>
        <a:lstStyle/>
        <a:p>
          <a:r>
            <a:rPr lang="en-US"/>
            <a:t>- Testing: Continuous testing in each sprint</a:t>
          </a:r>
        </a:p>
      </dgm:t>
    </dgm:pt>
    <dgm:pt modelId="{19E5A605-2FAC-46D4-82E5-399F37E304F2}" type="parTrans" cxnId="{29DB17BA-535F-4EA3-848B-A5EF00CEE744}">
      <dgm:prSet/>
      <dgm:spPr/>
      <dgm:t>
        <a:bodyPr/>
        <a:lstStyle/>
        <a:p>
          <a:endParaRPr lang="en-US"/>
        </a:p>
      </dgm:t>
    </dgm:pt>
    <dgm:pt modelId="{85D28631-3B96-4FAD-83BD-1262C4FCFC8C}" type="sibTrans" cxnId="{29DB17BA-535F-4EA3-848B-A5EF00CEE744}">
      <dgm:prSet/>
      <dgm:spPr/>
      <dgm:t>
        <a:bodyPr/>
        <a:lstStyle/>
        <a:p>
          <a:endParaRPr lang="en-US"/>
        </a:p>
      </dgm:t>
    </dgm:pt>
    <dgm:pt modelId="{614B330B-92A2-44FD-9F5A-9EED17390F15}">
      <dgm:prSet/>
      <dgm:spPr/>
      <dgm:t>
        <a:bodyPr/>
        <a:lstStyle/>
        <a:p>
          <a:r>
            <a:rPr lang="en-US"/>
            <a:t>- Review: Gather stakeholder feedback</a:t>
          </a:r>
        </a:p>
      </dgm:t>
    </dgm:pt>
    <dgm:pt modelId="{43092D51-5DDE-4F25-8E59-1B4639A1D425}" type="parTrans" cxnId="{D293086F-DDD6-4E7D-9005-781146EA6998}">
      <dgm:prSet/>
      <dgm:spPr/>
      <dgm:t>
        <a:bodyPr/>
        <a:lstStyle/>
        <a:p>
          <a:endParaRPr lang="en-US"/>
        </a:p>
      </dgm:t>
    </dgm:pt>
    <dgm:pt modelId="{F94037F2-33E9-4777-92BD-1C96193B8132}" type="sibTrans" cxnId="{D293086F-DDD6-4E7D-9005-781146EA6998}">
      <dgm:prSet/>
      <dgm:spPr/>
      <dgm:t>
        <a:bodyPr/>
        <a:lstStyle/>
        <a:p>
          <a:endParaRPr lang="en-US"/>
        </a:p>
      </dgm:t>
    </dgm:pt>
    <dgm:pt modelId="{AF10588B-8246-493A-8859-8D3AF5D77635}">
      <dgm:prSet/>
      <dgm:spPr/>
      <dgm:t>
        <a:bodyPr/>
        <a:lstStyle/>
        <a:p>
          <a:r>
            <a:rPr lang="en-US"/>
            <a:t>- Retrospective: Improve process each cycle</a:t>
          </a:r>
        </a:p>
      </dgm:t>
    </dgm:pt>
    <dgm:pt modelId="{4D0B20C9-476B-4D3C-A231-85B6F04013DA}" type="parTrans" cxnId="{30A67997-46EB-4682-9011-AD2E0338D0CC}">
      <dgm:prSet/>
      <dgm:spPr/>
      <dgm:t>
        <a:bodyPr/>
        <a:lstStyle/>
        <a:p>
          <a:endParaRPr lang="en-US"/>
        </a:p>
      </dgm:t>
    </dgm:pt>
    <dgm:pt modelId="{9B7EB65B-C5B0-4BE1-9BCF-10B708B77EDB}" type="sibTrans" cxnId="{30A67997-46EB-4682-9011-AD2E0338D0CC}">
      <dgm:prSet/>
      <dgm:spPr/>
      <dgm:t>
        <a:bodyPr/>
        <a:lstStyle/>
        <a:p>
          <a:endParaRPr lang="en-US"/>
        </a:p>
      </dgm:t>
    </dgm:pt>
    <dgm:pt modelId="{CC2D8987-31CD-4B7D-A71E-B398D496ABBA}" type="pres">
      <dgm:prSet presAssocID="{50AD1323-41D6-4B09-B247-72B18DDEF0A9}" presName="root" presStyleCnt="0">
        <dgm:presLayoutVars>
          <dgm:dir/>
          <dgm:resizeHandles val="exact"/>
        </dgm:presLayoutVars>
      </dgm:prSet>
      <dgm:spPr/>
    </dgm:pt>
    <dgm:pt modelId="{AA4E1CC1-E2CB-47B4-85E0-9E4FE4B2387D}" type="pres">
      <dgm:prSet presAssocID="{8AC485C9-E3E7-4713-8067-1932ECD09DCF}" presName="compNode" presStyleCnt="0"/>
      <dgm:spPr/>
    </dgm:pt>
    <dgm:pt modelId="{DAF8462A-9CB7-44CA-AFD6-9D29DBFC696A}" type="pres">
      <dgm:prSet presAssocID="{8AC485C9-E3E7-4713-8067-1932ECD09DCF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D79FA098-ABEC-4A95-B71D-1E2A4C85F375}" type="pres">
      <dgm:prSet presAssocID="{8AC485C9-E3E7-4713-8067-1932ECD09DCF}" presName="spaceRect" presStyleCnt="0"/>
      <dgm:spPr/>
    </dgm:pt>
    <dgm:pt modelId="{39B99177-8577-403A-BB41-C9A07050DF11}" type="pres">
      <dgm:prSet presAssocID="{8AC485C9-E3E7-4713-8067-1932ECD09DCF}" presName="textRect" presStyleLbl="revTx" presStyleIdx="0" presStyleCnt="6">
        <dgm:presLayoutVars>
          <dgm:chMax val="1"/>
          <dgm:chPref val="1"/>
        </dgm:presLayoutVars>
      </dgm:prSet>
      <dgm:spPr/>
    </dgm:pt>
    <dgm:pt modelId="{BA6B1A3A-1DFB-4925-A601-E9BB853093AF}" type="pres">
      <dgm:prSet presAssocID="{885FFF9B-C500-41DF-ACF2-ADB223CFA463}" presName="sibTrans" presStyleCnt="0"/>
      <dgm:spPr/>
    </dgm:pt>
    <dgm:pt modelId="{748B51AB-C8DF-4079-89A3-D948BBAD745D}" type="pres">
      <dgm:prSet presAssocID="{38111C70-D72E-41D8-AA92-C2180AA574A4}" presName="compNode" presStyleCnt="0"/>
      <dgm:spPr/>
    </dgm:pt>
    <dgm:pt modelId="{964ED70F-74FE-471C-B27D-A945CC16F014}" type="pres">
      <dgm:prSet presAssocID="{38111C70-D72E-41D8-AA92-C2180AA574A4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peat"/>
        </a:ext>
      </dgm:extLst>
    </dgm:pt>
    <dgm:pt modelId="{97E194E9-0A4E-4637-A08E-D648B313CD2F}" type="pres">
      <dgm:prSet presAssocID="{38111C70-D72E-41D8-AA92-C2180AA574A4}" presName="spaceRect" presStyleCnt="0"/>
      <dgm:spPr/>
    </dgm:pt>
    <dgm:pt modelId="{41C8CE19-531D-49E5-B99A-A107340DC4BF}" type="pres">
      <dgm:prSet presAssocID="{38111C70-D72E-41D8-AA92-C2180AA574A4}" presName="textRect" presStyleLbl="revTx" presStyleIdx="1" presStyleCnt="6">
        <dgm:presLayoutVars>
          <dgm:chMax val="1"/>
          <dgm:chPref val="1"/>
        </dgm:presLayoutVars>
      </dgm:prSet>
      <dgm:spPr/>
    </dgm:pt>
    <dgm:pt modelId="{32D5C0F7-7D96-4C48-AC64-180923A4DBA7}" type="pres">
      <dgm:prSet presAssocID="{3CC4C9EC-0751-4C7A-BF2D-0C659B7BC37A}" presName="sibTrans" presStyleCnt="0"/>
      <dgm:spPr/>
    </dgm:pt>
    <dgm:pt modelId="{30564F49-EA55-44B2-87B2-5BB0FC303576}" type="pres">
      <dgm:prSet presAssocID="{DDF0CF12-C9F8-4C1F-BAB8-C60EBDD63CB9}" presName="compNode" presStyleCnt="0"/>
      <dgm:spPr/>
    </dgm:pt>
    <dgm:pt modelId="{C878D9A9-F32C-44B2-81CA-D7376ECF7F1B}" type="pres">
      <dgm:prSet presAssocID="{DDF0CF12-C9F8-4C1F-BAB8-C60EBDD63CB9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siness Growth"/>
        </a:ext>
      </dgm:extLst>
    </dgm:pt>
    <dgm:pt modelId="{F2E9D4DA-A35A-4CC5-A841-1C69E8520D49}" type="pres">
      <dgm:prSet presAssocID="{DDF0CF12-C9F8-4C1F-BAB8-C60EBDD63CB9}" presName="spaceRect" presStyleCnt="0"/>
      <dgm:spPr/>
    </dgm:pt>
    <dgm:pt modelId="{4E5414A6-0308-4A76-BA16-6928BEA97119}" type="pres">
      <dgm:prSet presAssocID="{DDF0CF12-C9F8-4C1F-BAB8-C60EBDD63CB9}" presName="textRect" presStyleLbl="revTx" presStyleIdx="2" presStyleCnt="6">
        <dgm:presLayoutVars>
          <dgm:chMax val="1"/>
          <dgm:chPref val="1"/>
        </dgm:presLayoutVars>
      </dgm:prSet>
      <dgm:spPr/>
    </dgm:pt>
    <dgm:pt modelId="{C541FD03-81F4-4FBF-B18C-555F7CD082DA}" type="pres">
      <dgm:prSet presAssocID="{196CFD76-D197-4395-A37C-E0B3A57D56BE}" presName="sibTrans" presStyleCnt="0"/>
      <dgm:spPr/>
    </dgm:pt>
    <dgm:pt modelId="{B446D217-6C40-43BE-AD3E-B16E2CFD8083}" type="pres">
      <dgm:prSet presAssocID="{9DFD02F6-5C6D-41B6-B189-8E5E08E946D0}" presName="compNode" presStyleCnt="0"/>
      <dgm:spPr/>
    </dgm:pt>
    <dgm:pt modelId="{4F7D74BE-FD0A-40BD-8E93-822B38C1E4FD}" type="pres">
      <dgm:prSet presAssocID="{9DFD02F6-5C6D-41B6-B189-8E5E08E946D0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A8AF4E84-1C12-4C88-9C00-32F8122DCCFE}" type="pres">
      <dgm:prSet presAssocID="{9DFD02F6-5C6D-41B6-B189-8E5E08E946D0}" presName="spaceRect" presStyleCnt="0"/>
      <dgm:spPr/>
    </dgm:pt>
    <dgm:pt modelId="{6C1A99FF-8220-443E-9AC1-9FBF022A6196}" type="pres">
      <dgm:prSet presAssocID="{9DFD02F6-5C6D-41B6-B189-8E5E08E946D0}" presName="textRect" presStyleLbl="revTx" presStyleIdx="3" presStyleCnt="6">
        <dgm:presLayoutVars>
          <dgm:chMax val="1"/>
          <dgm:chPref val="1"/>
        </dgm:presLayoutVars>
      </dgm:prSet>
      <dgm:spPr/>
    </dgm:pt>
    <dgm:pt modelId="{19BE9054-9D12-45CC-B02A-38B326FA8B65}" type="pres">
      <dgm:prSet presAssocID="{85D28631-3B96-4FAD-83BD-1262C4FCFC8C}" presName="sibTrans" presStyleCnt="0"/>
      <dgm:spPr/>
    </dgm:pt>
    <dgm:pt modelId="{A36FC9F7-FA1B-4906-BDB1-BD0B6E23415D}" type="pres">
      <dgm:prSet presAssocID="{614B330B-92A2-44FD-9F5A-9EED17390F15}" presName="compNode" presStyleCnt="0"/>
      <dgm:spPr/>
    </dgm:pt>
    <dgm:pt modelId="{837F2F14-2FAD-44CD-828A-58A5C4902446}" type="pres">
      <dgm:prSet presAssocID="{614B330B-92A2-44FD-9F5A-9EED17390F15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eting"/>
        </a:ext>
      </dgm:extLst>
    </dgm:pt>
    <dgm:pt modelId="{E86ADE76-F541-47DE-8BF7-CAC476B880D5}" type="pres">
      <dgm:prSet presAssocID="{614B330B-92A2-44FD-9F5A-9EED17390F15}" presName="spaceRect" presStyleCnt="0"/>
      <dgm:spPr/>
    </dgm:pt>
    <dgm:pt modelId="{DE03958A-8E50-4C78-BCE1-28E5C5376084}" type="pres">
      <dgm:prSet presAssocID="{614B330B-92A2-44FD-9F5A-9EED17390F15}" presName="textRect" presStyleLbl="revTx" presStyleIdx="4" presStyleCnt="6">
        <dgm:presLayoutVars>
          <dgm:chMax val="1"/>
          <dgm:chPref val="1"/>
        </dgm:presLayoutVars>
      </dgm:prSet>
      <dgm:spPr/>
    </dgm:pt>
    <dgm:pt modelId="{07FF63C0-A1DE-4331-A90E-F46BD81CCDEC}" type="pres">
      <dgm:prSet presAssocID="{F94037F2-33E9-4777-92BD-1C96193B8132}" presName="sibTrans" presStyleCnt="0"/>
      <dgm:spPr/>
    </dgm:pt>
    <dgm:pt modelId="{DDE7EC2C-9849-4065-9DE4-0F2DBEF42626}" type="pres">
      <dgm:prSet presAssocID="{AF10588B-8246-493A-8859-8D3AF5D77635}" presName="compNode" presStyleCnt="0"/>
      <dgm:spPr/>
    </dgm:pt>
    <dgm:pt modelId="{85C1ED86-1640-4A72-A1F0-6F92756AC3D1}" type="pres">
      <dgm:prSet presAssocID="{AF10588B-8246-493A-8859-8D3AF5D77635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orkflow"/>
        </a:ext>
      </dgm:extLst>
    </dgm:pt>
    <dgm:pt modelId="{6700B004-0C20-4124-B229-82A733EB832B}" type="pres">
      <dgm:prSet presAssocID="{AF10588B-8246-493A-8859-8D3AF5D77635}" presName="spaceRect" presStyleCnt="0"/>
      <dgm:spPr/>
    </dgm:pt>
    <dgm:pt modelId="{DAA74E60-025D-449F-858D-DA8FE1CA35A1}" type="pres">
      <dgm:prSet presAssocID="{AF10588B-8246-493A-8859-8D3AF5D77635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330DBC22-6FEA-4150-B24E-34ABE71CD470}" srcId="{50AD1323-41D6-4B09-B247-72B18DDEF0A9}" destId="{DDF0CF12-C9F8-4C1F-BAB8-C60EBDD63CB9}" srcOrd="2" destOrd="0" parTransId="{E2872E3B-357A-4242-9921-4293AA3BF4BE}" sibTransId="{196CFD76-D197-4395-A37C-E0B3A57D56BE}"/>
    <dgm:cxn modelId="{DF56B83D-6DA1-4FE9-976D-2AE219BF2716}" type="presOf" srcId="{AF10588B-8246-493A-8859-8D3AF5D77635}" destId="{DAA74E60-025D-449F-858D-DA8FE1CA35A1}" srcOrd="0" destOrd="0" presId="urn:microsoft.com/office/officeart/2018/2/layout/IconLabelList"/>
    <dgm:cxn modelId="{2414FD40-009E-4707-8A0C-15105E04FC8C}" type="presOf" srcId="{9DFD02F6-5C6D-41B6-B189-8E5E08E946D0}" destId="{6C1A99FF-8220-443E-9AC1-9FBF022A6196}" srcOrd="0" destOrd="0" presId="urn:microsoft.com/office/officeart/2018/2/layout/IconLabelList"/>
    <dgm:cxn modelId="{9E688841-191D-4AB9-B20E-1E1B08951583}" srcId="{50AD1323-41D6-4B09-B247-72B18DDEF0A9}" destId="{8AC485C9-E3E7-4713-8067-1932ECD09DCF}" srcOrd="0" destOrd="0" parTransId="{9D3A7A30-507C-4B3B-B848-AD9B5FF2F6F9}" sibTransId="{885FFF9B-C500-41DF-ACF2-ADB223CFA463}"/>
    <dgm:cxn modelId="{5E1FE062-742C-4868-8815-6542EBBFF2DD}" type="presOf" srcId="{614B330B-92A2-44FD-9F5A-9EED17390F15}" destId="{DE03958A-8E50-4C78-BCE1-28E5C5376084}" srcOrd="0" destOrd="0" presId="urn:microsoft.com/office/officeart/2018/2/layout/IconLabelList"/>
    <dgm:cxn modelId="{D293086F-DDD6-4E7D-9005-781146EA6998}" srcId="{50AD1323-41D6-4B09-B247-72B18DDEF0A9}" destId="{614B330B-92A2-44FD-9F5A-9EED17390F15}" srcOrd="4" destOrd="0" parTransId="{43092D51-5DDE-4F25-8E59-1B4639A1D425}" sibTransId="{F94037F2-33E9-4777-92BD-1C96193B8132}"/>
    <dgm:cxn modelId="{30A67997-46EB-4682-9011-AD2E0338D0CC}" srcId="{50AD1323-41D6-4B09-B247-72B18DDEF0A9}" destId="{AF10588B-8246-493A-8859-8D3AF5D77635}" srcOrd="5" destOrd="0" parTransId="{4D0B20C9-476B-4D3C-A231-85B6F04013DA}" sibTransId="{9B7EB65B-C5B0-4BE1-9BCF-10B708B77EDB}"/>
    <dgm:cxn modelId="{C060919C-006F-4070-B63E-A149BD491F57}" type="presOf" srcId="{50AD1323-41D6-4B09-B247-72B18DDEF0A9}" destId="{CC2D8987-31CD-4B7D-A71E-B398D496ABBA}" srcOrd="0" destOrd="0" presId="urn:microsoft.com/office/officeart/2018/2/layout/IconLabelList"/>
    <dgm:cxn modelId="{D0604BAD-501B-432B-BAEF-E443B7049815}" srcId="{50AD1323-41D6-4B09-B247-72B18DDEF0A9}" destId="{38111C70-D72E-41D8-AA92-C2180AA574A4}" srcOrd="1" destOrd="0" parTransId="{2D73951D-5DAF-4389-B035-408E6D7A3F73}" sibTransId="{3CC4C9EC-0751-4C7A-BF2D-0C659B7BC37A}"/>
    <dgm:cxn modelId="{29DB17BA-535F-4EA3-848B-A5EF00CEE744}" srcId="{50AD1323-41D6-4B09-B247-72B18DDEF0A9}" destId="{9DFD02F6-5C6D-41B6-B189-8E5E08E946D0}" srcOrd="3" destOrd="0" parTransId="{19E5A605-2FAC-46D4-82E5-399F37E304F2}" sibTransId="{85D28631-3B96-4FAD-83BD-1262C4FCFC8C}"/>
    <dgm:cxn modelId="{4CB8D0CD-559E-48A6-8876-0DDF04D71E3D}" type="presOf" srcId="{DDF0CF12-C9F8-4C1F-BAB8-C60EBDD63CB9}" destId="{4E5414A6-0308-4A76-BA16-6928BEA97119}" srcOrd="0" destOrd="0" presId="urn:microsoft.com/office/officeart/2018/2/layout/IconLabelList"/>
    <dgm:cxn modelId="{2A060BE4-61A0-4AC4-93B8-35173FB0DA84}" type="presOf" srcId="{8AC485C9-E3E7-4713-8067-1932ECD09DCF}" destId="{39B99177-8577-403A-BB41-C9A07050DF11}" srcOrd="0" destOrd="0" presId="urn:microsoft.com/office/officeart/2018/2/layout/IconLabelList"/>
    <dgm:cxn modelId="{1405B5EA-F986-4A11-879C-D548277F3FF8}" type="presOf" srcId="{38111C70-D72E-41D8-AA92-C2180AA574A4}" destId="{41C8CE19-531D-49E5-B99A-A107340DC4BF}" srcOrd="0" destOrd="0" presId="urn:microsoft.com/office/officeart/2018/2/layout/IconLabelList"/>
    <dgm:cxn modelId="{A97F6048-DE8D-44A5-9773-67F0D91CB0A4}" type="presParOf" srcId="{CC2D8987-31CD-4B7D-A71E-B398D496ABBA}" destId="{AA4E1CC1-E2CB-47B4-85E0-9E4FE4B2387D}" srcOrd="0" destOrd="0" presId="urn:microsoft.com/office/officeart/2018/2/layout/IconLabelList"/>
    <dgm:cxn modelId="{C1FF0132-03D1-4C65-BB1E-8CA26BA9AB4E}" type="presParOf" srcId="{AA4E1CC1-E2CB-47B4-85E0-9E4FE4B2387D}" destId="{DAF8462A-9CB7-44CA-AFD6-9D29DBFC696A}" srcOrd="0" destOrd="0" presId="urn:microsoft.com/office/officeart/2018/2/layout/IconLabelList"/>
    <dgm:cxn modelId="{70D8D405-4300-4883-A2BD-78354F0DDFB2}" type="presParOf" srcId="{AA4E1CC1-E2CB-47B4-85E0-9E4FE4B2387D}" destId="{D79FA098-ABEC-4A95-B71D-1E2A4C85F375}" srcOrd="1" destOrd="0" presId="urn:microsoft.com/office/officeart/2018/2/layout/IconLabelList"/>
    <dgm:cxn modelId="{E2327758-92FF-44FF-B7F0-7A986E5AE31C}" type="presParOf" srcId="{AA4E1CC1-E2CB-47B4-85E0-9E4FE4B2387D}" destId="{39B99177-8577-403A-BB41-C9A07050DF11}" srcOrd="2" destOrd="0" presId="urn:microsoft.com/office/officeart/2018/2/layout/IconLabelList"/>
    <dgm:cxn modelId="{367691DA-03CF-4347-B21D-37A5F35BD740}" type="presParOf" srcId="{CC2D8987-31CD-4B7D-A71E-B398D496ABBA}" destId="{BA6B1A3A-1DFB-4925-A601-E9BB853093AF}" srcOrd="1" destOrd="0" presId="urn:microsoft.com/office/officeart/2018/2/layout/IconLabelList"/>
    <dgm:cxn modelId="{9193F9D2-D5B9-4D21-8CF7-16AF47C6ABAE}" type="presParOf" srcId="{CC2D8987-31CD-4B7D-A71E-B398D496ABBA}" destId="{748B51AB-C8DF-4079-89A3-D948BBAD745D}" srcOrd="2" destOrd="0" presId="urn:microsoft.com/office/officeart/2018/2/layout/IconLabelList"/>
    <dgm:cxn modelId="{1DDBFEFE-2C8D-4298-B78E-29578139CF55}" type="presParOf" srcId="{748B51AB-C8DF-4079-89A3-D948BBAD745D}" destId="{964ED70F-74FE-471C-B27D-A945CC16F014}" srcOrd="0" destOrd="0" presId="urn:microsoft.com/office/officeart/2018/2/layout/IconLabelList"/>
    <dgm:cxn modelId="{F1E122F0-BA44-4B91-807D-C8F9A0E6BA2B}" type="presParOf" srcId="{748B51AB-C8DF-4079-89A3-D948BBAD745D}" destId="{97E194E9-0A4E-4637-A08E-D648B313CD2F}" srcOrd="1" destOrd="0" presId="urn:microsoft.com/office/officeart/2018/2/layout/IconLabelList"/>
    <dgm:cxn modelId="{122C08CA-33C7-4C4A-95DF-81686A9AABD6}" type="presParOf" srcId="{748B51AB-C8DF-4079-89A3-D948BBAD745D}" destId="{41C8CE19-531D-49E5-B99A-A107340DC4BF}" srcOrd="2" destOrd="0" presId="urn:microsoft.com/office/officeart/2018/2/layout/IconLabelList"/>
    <dgm:cxn modelId="{066FBB92-F9F6-48FD-AC09-198E069E1BCD}" type="presParOf" srcId="{CC2D8987-31CD-4B7D-A71E-B398D496ABBA}" destId="{32D5C0F7-7D96-4C48-AC64-180923A4DBA7}" srcOrd="3" destOrd="0" presId="urn:microsoft.com/office/officeart/2018/2/layout/IconLabelList"/>
    <dgm:cxn modelId="{92830D87-186A-4FD9-95B2-3C5EA0D5BDC3}" type="presParOf" srcId="{CC2D8987-31CD-4B7D-A71E-B398D496ABBA}" destId="{30564F49-EA55-44B2-87B2-5BB0FC303576}" srcOrd="4" destOrd="0" presId="urn:microsoft.com/office/officeart/2018/2/layout/IconLabelList"/>
    <dgm:cxn modelId="{CE86CA4E-440A-449B-95BE-16E11E05EB0C}" type="presParOf" srcId="{30564F49-EA55-44B2-87B2-5BB0FC303576}" destId="{C878D9A9-F32C-44B2-81CA-D7376ECF7F1B}" srcOrd="0" destOrd="0" presId="urn:microsoft.com/office/officeart/2018/2/layout/IconLabelList"/>
    <dgm:cxn modelId="{B8C4FC0F-7CCC-4873-8AB1-7D94B268D73B}" type="presParOf" srcId="{30564F49-EA55-44B2-87B2-5BB0FC303576}" destId="{F2E9D4DA-A35A-4CC5-A841-1C69E8520D49}" srcOrd="1" destOrd="0" presId="urn:microsoft.com/office/officeart/2018/2/layout/IconLabelList"/>
    <dgm:cxn modelId="{F2827E01-E467-42FA-A96E-548F2EC88F55}" type="presParOf" srcId="{30564F49-EA55-44B2-87B2-5BB0FC303576}" destId="{4E5414A6-0308-4A76-BA16-6928BEA97119}" srcOrd="2" destOrd="0" presId="urn:microsoft.com/office/officeart/2018/2/layout/IconLabelList"/>
    <dgm:cxn modelId="{B7A63BE5-DC9C-47E2-9822-414CC356D69A}" type="presParOf" srcId="{CC2D8987-31CD-4B7D-A71E-B398D496ABBA}" destId="{C541FD03-81F4-4FBF-B18C-555F7CD082DA}" srcOrd="5" destOrd="0" presId="urn:microsoft.com/office/officeart/2018/2/layout/IconLabelList"/>
    <dgm:cxn modelId="{566CE8FA-07AB-44FA-9BB5-62E3FA2C5C30}" type="presParOf" srcId="{CC2D8987-31CD-4B7D-A71E-B398D496ABBA}" destId="{B446D217-6C40-43BE-AD3E-B16E2CFD8083}" srcOrd="6" destOrd="0" presId="urn:microsoft.com/office/officeart/2018/2/layout/IconLabelList"/>
    <dgm:cxn modelId="{14C6FB77-4542-40F2-AC85-0FC8EE5AA987}" type="presParOf" srcId="{B446D217-6C40-43BE-AD3E-B16E2CFD8083}" destId="{4F7D74BE-FD0A-40BD-8E93-822B38C1E4FD}" srcOrd="0" destOrd="0" presId="urn:microsoft.com/office/officeart/2018/2/layout/IconLabelList"/>
    <dgm:cxn modelId="{B8144B97-9064-4BF8-8BA6-A3EA2B083AAC}" type="presParOf" srcId="{B446D217-6C40-43BE-AD3E-B16E2CFD8083}" destId="{A8AF4E84-1C12-4C88-9C00-32F8122DCCFE}" srcOrd="1" destOrd="0" presId="urn:microsoft.com/office/officeart/2018/2/layout/IconLabelList"/>
    <dgm:cxn modelId="{BEDF2BC6-E626-4BDB-827C-6B3DE2F15457}" type="presParOf" srcId="{B446D217-6C40-43BE-AD3E-B16E2CFD8083}" destId="{6C1A99FF-8220-443E-9AC1-9FBF022A6196}" srcOrd="2" destOrd="0" presId="urn:microsoft.com/office/officeart/2018/2/layout/IconLabelList"/>
    <dgm:cxn modelId="{D8112BB3-C2A9-45F6-8E20-D23C00FFEB07}" type="presParOf" srcId="{CC2D8987-31CD-4B7D-A71E-B398D496ABBA}" destId="{19BE9054-9D12-45CC-B02A-38B326FA8B65}" srcOrd="7" destOrd="0" presId="urn:microsoft.com/office/officeart/2018/2/layout/IconLabelList"/>
    <dgm:cxn modelId="{85571E55-9914-4C8B-A3F0-385FC6038F5E}" type="presParOf" srcId="{CC2D8987-31CD-4B7D-A71E-B398D496ABBA}" destId="{A36FC9F7-FA1B-4906-BDB1-BD0B6E23415D}" srcOrd="8" destOrd="0" presId="urn:microsoft.com/office/officeart/2018/2/layout/IconLabelList"/>
    <dgm:cxn modelId="{D48C5422-207F-43D9-9A31-6FE054B9BA75}" type="presParOf" srcId="{A36FC9F7-FA1B-4906-BDB1-BD0B6E23415D}" destId="{837F2F14-2FAD-44CD-828A-58A5C4902446}" srcOrd="0" destOrd="0" presId="urn:microsoft.com/office/officeart/2018/2/layout/IconLabelList"/>
    <dgm:cxn modelId="{3986D456-D128-4122-B3F7-4422A03CEA3B}" type="presParOf" srcId="{A36FC9F7-FA1B-4906-BDB1-BD0B6E23415D}" destId="{E86ADE76-F541-47DE-8BF7-CAC476B880D5}" srcOrd="1" destOrd="0" presId="urn:microsoft.com/office/officeart/2018/2/layout/IconLabelList"/>
    <dgm:cxn modelId="{F91C151C-B942-4EF1-907E-3EA5EF670F38}" type="presParOf" srcId="{A36FC9F7-FA1B-4906-BDB1-BD0B6E23415D}" destId="{DE03958A-8E50-4C78-BCE1-28E5C5376084}" srcOrd="2" destOrd="0" presId="urn:microsoft.com/office/officeart/2018/2/layout/IconLabelList"/>
    <dgm:cxn modelId="{D847373F-5EB5-407B-AFB0-004F3EF0EB44}" type="presParOf" srcId="{CC2D8987-31CD-4B7D-A71E-B398D496ABBA}" destId="{07FF63C0-A1DE-4331-A90E-F46BD81CCDEC}" srcOrd="9" destOrd="0" presId="urn:microsoft.com/office/officeart/2018/2/layout/IconLabelList"/>
    <dgm:cxn modelId="{5BF79528-AC67-4386-AEFF-DBD5BDC717BA}" type="presParOf" srcId="{CC2D8987-31CD-4B7D-A71E-B398D496ABBA}" destId="{DDE7EC2C-9849-4065-9DE4-0F2DBEF42626}" srcOrd="10" destOrd="0" presId="urn:microsoft.com/office/officeart/2018/2/layout/IconLabelList"/>
    <dgm:cxn modelId="{31248754-6A60-421B-BD4D-2035E58ACBCC}" type="presParOf" srcId="{DDE7EC2C-9849-4065-9DE4-0F2DBEF42626}" destId="{85C1ED86-1640-4A72-A1F0-6F92756AC3D1}" srcOrd="0" destOrd="0" presId="urn:microsoft.com/office/officeart/2018/2/layout/IconLabelList"/>
    <dgm:cxn modelId="{223D8248-4395-4CC3-867B-FCFB7939D5A8}" type="presParOf" srcId="{DDE7EC2C-9849-4065-9DE4-0F2DBEF42626}" destId="{6700B004-0C20-4124-B229-82A733EB832B}" srcOrd="1" destOrd="0" presId="urn:microsoft.com/office/officeart/2018/2/layout/IconLabelList"/>
    <dgm:cxn modelId="{FA0FE2B6-AA6A-4F10-9A6A-1F31E4C85365}" type="presParOf" srcId="{DDE7EC2C-9849-4065-9DE4-0F2DBEF42626}" destId="{DAA74E60-025D-449F-858D-DA8FE1CA35A1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03FFA20-4D6D-411E-80D4-2EF9E8F8828D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37FA0DE7-7135-4B4B-B81D-FBC02BA798F2}">
      <dgm:prSet/>
      <dgm:spPr/>
      <dgm:t>
        <a:bodyPr/>
        <a:lstStyle/>
        <a:p>
          <a:pPr>
            <a:defRPr cap="all"/>
          </a:pPr>
          <a:r>
            <a:rPr lang="en-US"/>
            <a:t>- Sequential phases with limited flexibility</a:t>
          </a:r>
        </a:p>
      </dgm:t>
    </dgm:pt>
    <dgm:pt modelId="{61828F2F-C43D-4791-BBE9-52ADB655CA4E}" type="parTrans" cxnId="{30B66B65-C27A-4625-BF7F-CEB6485BF59F}">
      <dgm:prSet/>
      <dgm:spPr/>
      <dgm:t>
        <a:bodyPr/>
        <a:lstStyle/>
        <a:p>
          <a:endParaRPr lang="en-US"/>
        </a:p>
      </dgm:t>
    </dgm:pt>
    <dgm:pt modelId="{59582151-F1DE-41B3-AB8C-65B4E17C4E08}" type="sibTrans" cxnId="{30B66B65-C27A-4625-BF7F-CEB6485BF59F}">
      <dgm:prSet/>
      <dgm:spPr/>
      <dgm:t>
        <a:bodyPr/>
        <a:lstStyle/>
        <a:p>
          <a:endParaRPr lang="en-US"/>
        </a:p>
      </dgm:t>
    </dgm:pt>
    <dgm:pt modelId="{FAAEFD68-465A-473F-871D-104827FA361F}">
      <dgm:prSet/>
      <dgm:spPr/>
      <dgm:t>
        <a:bodyPr/>
        <a:lstStyle/>
        <a:p>
          <a:pPr>
            <a:defRPr cap="all"/>
          </a:pPr>
          <a:r>
            <a:rPr lang="en-US"/>
            <a:t>- Requirements fixed early in the process</a:t>
          </a:r>
        </a:p>
      </dgm:t>
    </dgm:pt>
    <dgm:pt modelId="{4BBAAA87-7BB6-46C2-8744-587821ABE0A8}" type="parTrans" cxnId="{583E815F-4C40-48AC-9064-A721929C0A21}">
      <dgm:prSet/>
      <dgm:spPr/>
      <dgm:t>
        <a:bodyPr/>
        <a:lstStyle/>
        <a:p>
          <a:endParaRPr lang="en-US"/>
        </a:p>
      </dgm:t>
    </dgm:pt>
    <dgm:pt modelId="{42328C10-F361-474D-9DCB-BED6027E5DCD}" type="sibTrans" cxnId="{583E815F-4C40-48AC-9064-A721929C0A21}">
      <dgm:prSet/>
      <dgm:spPr/>
      <dgm:t>
        <a:bodyPr/>
        <a:lstStyle/>
        <a:p>
          <a:endParaRPr lang="en-US"/>
        </a:p>
      </dgm:t>
    </dgm:pt>
    <dgm:pt modelId="{68E649F1-D98D-424E-AD2E-EA7065DFA030}">
      <dgm:prSet/>
      <dgm:spPr/>
      <dgm:t>
        <a:bodyPr/>
        <a:lstStyle/>
        <a:p>
          <a:pPr>
            <a:defRPr cap="all"/>
          </a:pPr>
          <a:r>
            <a:rPr lang="en-US"/>
            <a:t>- Late testing increases risk of defects</a:t>
          </a:r>
        </a:p>
      </dgm:t>
    </dgm:pt>
    <dgm:pt modelId="{7556E597-981A-47B7-B7C4-C7CC7AE79813}" type="parTrans" cxnId="{5B49F1CE-EBA8-417F-90F9-53DC19E11C56}">
      <dgm:prSet/>
      <dgm:spPr/>
      <dgm:t>
        <a:bodyPr/>
        <a:lstStyle/>
        <a:p>
          <a:endParaRPr lang="en-US"/>
        </a:p>
      </dgm:t>
    </dgm:pt>
    <dgm:pt modelId="{AAB71EA8-31E7-40B3-B694-67FECC7E12CE}" type="sibTrans" cxnId="{5B49F1CE-EBA8-417F-90F9-53DC19E11C56}">
      <dgm:prSet/>
      <dgm:spPr/>
      <dgm:t>
        <a:bodyPr/>
        <a:lstStyle/>
        <a:p>
          <a:endParaRPr lang="en-US"/>
        </a:p>
      </dgm:t>
    </dgm:pt>
    <dgm:pt modelId="{FFE3D199-D2A0-43D8-8C41-26F5C4B3E362}">
      <dgm:prSet/>
      <dgm:spPr/>
      <dgm:t>
        <a:bodyPr/>
        <a:lstStyle/>
        <a:p>
          <a:pPr>
            <a:defRPr cap="all"/>
          </a:pPr>
          <a:r>
            <a:rPr lang="en-US"/>
            <a:t>- Change in direction (e.g., wellness travel) would require major redesign</a:t>
          </a:r>
        </a:p>
      </dgm:t>
    </dgm:pt>
    <dgm:pt modelId="{3CDECF14-8DC5-4F9D-B9F8-02081E368F8D}" type="parTrans" cxnId="{B72149A7-817B-43B7-885E-6C7A9D37CA3E}">
      <dgm:prSet/>
      <dgm:spPr/>
      <dgm:t>
        <a:bodyPr/>
        <a:lstStyle/>
        <a:p>
          <a:endParaRPr lang="en-US"/>
        </a:p>
      </dgm:t>
    </dgm:pt>
    <dgm:pt modelId="{CA4BA8C4-0D02-4A82-99CC-9800322B7DC6}" type="sibTrans" cxnId="{B72149A7-817B-43B7-885E-6C7A9D37CA3E}">
      <dgm:prSet/>
      <dgm:spPr/>
      <dgm:t>
        <a:bodyPr/>
        <a:lstStyle/>
        <a:p>
          <a:endParaRPr lang="en-US"/>
        </a:p>
      </dgm:t>
    </dgm:pt>
    <dgm:pt modelId="{28935F31-C334-4332-858C-25700B8C9631}">
      <dgm:prSet/>
      <dgm:spPr/>
      <dgm:t>
        <a:bodyPr/>
        <a:lstStyle/>
        <a:p>
          <a:pPr>
            <a:defRPr cap="all"/>
          </a:pPr>
          <a:r>
            <a:rPr lang="en-US"/>
            <a:t>- Slower adaptation and response times</a:t>
          </a:r>
        </a:p>
      </dgm:t>
    </dgm:pt>
    <dgm:pt modelId="{2D59C8F4-B2E8-44C1-94E1-C0D4AF39D31A}" type="parTrans" cxnId="{65349B1C-5095-48C7-9166-C62D54BEBF43}">
      <dgm:prSet/>
      <dgm:spPr/>
      <dgm:t>
        <a:bodyPr/>
        <a:lstStyle/>
        <a:p>
          <a:endParaRPr lang="en-US"/>
        </a:p>
      </dgm:t>
    </dgm:pt>
    <dgm:pt modelId="{B2C47DC7-55C8-4689-87D5-D5EF9E9A87EA}" type="sibTrans" cxnId="{65349B1C-5095-48C7-9166-C62D54BEBF43}">
      <dgm:prSet/>
      <dgm:spPr/>
      <dgm:t>
        <a:bodyPr/>
        <a:lstStyle/>
        <a:p>
          <a:endParaRPr lang="en-US"/>
        </a:p>
      </dgm:t>
    </dgm:pt>
    <dgm:pt modelId="{CACBB7DF-FC96-45B0-B622-85C42C8EBD0E}" type="pres">
      <dgm:prSet presAssocID="{603FFA20-4D6D-411E-80D4-2EF9E8F8828D}" presName="root" presStyleCnt="0">
        <dgm:presLayoutVars>
          <dgm:dir/>
          <dgm:resizeHandles val="exact"/>
        </dgm:presLayoutVars>
      </dgm:prSet>
      <dgm:spPr/>
    </dgm:pt>
    <dgm:pt modelId="{60D14745-C93B-492E-8EDF-5EFF2BBDC016}" type="pres">
      <dgm:prSet presAssocID="{37FA0DE7-7135-4B4B-B81D-FBC02BA798F2}" presName="compNode" presStyleCnt="0"/>
      <dgm:spPr/>
    </dgm:pt>
    <dgm:pt modelId="{23E3F398-C25A-4AAC-8F87-6E0CAD4E8D98}" type="pres">
      <dgm:prSet presAssocID="{37FA0DE7-7135-4B4B-B81D-FBC02BA798F2}" presName="iconBgRect" presStyleLbl="bgShp" presStyleIdx="0" presStyleCnt="5"/>
      <dgm:spPr/>
    </dgm:pt>
    <dgm:pt modelId="{E96B8E12-CED9-47AC-9F1F-AF47EDB4117D}" type="pres">
      <dgm:prSet presAssocID="{37FA0DE7-7135-4B4B-B81D-FBC02BA798F2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orkflow"/>
        </a:ext>
      </dgm:extLst>
    </dgm:pt>
    <dgm:pt modelId="{E199A92C-BA20-4FC6-BF19-72CE693992E2}" type="pres">
      <dgm:prSet presAssocID="{37FA0DE7-7135-4B4B-B81D-FBC02BA798F2}" presName="spaceRect" presStyleCnt="0"/>
      <dgm:spPr/>
    </dgm:pt>
    <dgm:pt modelId="{C4AF1E2E-C8B0-4EB7-BCA1-6C72BCE3D57D}" type="pres">
      <dgm:prSet presAssocID="{37FA0DE7-7135-4B4B-B81D-FBC02BA798F2}" presName="textRect" presStyleLbl="revTx" presStyleIdx="0" presStyleCnt="5">
        <dgm:presLayoutVars>
          <dgm:chMax val="1"/>
          <dgm:chPref val="1"/>
        </dgm:presLayoutVars>
      </dgm:prSet>
      <dgm:spPr/>
    </dgm:pt>
    <dgm:pt modelId="{7404871C-BB1E-4FE1-8F0C-8C11D33FED73}" type="pres">
      <dgm:prSet presAssocID="{59582151-F1DE-41B3-AB8C-65B4E17C4E08}" presName="sibTrans" presStyleCnt="0"/>
      <dgm:spPr/>
    </dgm:pt>
    <dgm:pt modelId="{8B91ECBA-21A3-485A-82F3-D843925253CE}" type="pres">
      <dgm:prSet presAssocID="{FAAEFD68-465A-473F-871D-104827FA361F}" presName="compNode" presStyleCnt="0"/>
      <dgm:spPr/>
    </dgm:pt>
    <dgm:pt modelId="{B25E675F-2821-4212-872B-6F59A7F21706}" type="pres">
      <dgm:prSet presAssocID="{FAAEFD68-465A-473F-871D-104827FA361F}" presName="iconBgRect" presStyleLbl="bgShp" presStyleIdx="1" presStyleCnt="5"/>
      <dgm:spPr/>
    </dgm:pt>
    <dgm:pt modelId="{31CD0C6D-9F20-430E-ACAD-FFCBA7EF51B6}" type="pres">
      <dgm:prSet presAssocID="{FAAEFD68-465A-473F-871D-104827FA361F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ools"/>
        </a:ext>
      </dgm:extLst>
    </dgm:pt>
    <dgm:pt modelId="{344C97A0-8009-4627-9D11-B0AD4C05C59D}" type="pres">
      <dgm:prSet presAssocID="{FAAEFD68-465A-473F-871D-104827FA361F}" presName="spaceRect" presStyleCnt="0"/>
      <dgm:spPr/>
    </dgm:pt>
    <dgm:pt modelId="{A1928633-0C8B-4605-8F23-D2A25FE901AE}" type="pres">
      <dgm:prSet presAssocID="{FAAEFD68-465A-473F-871D-104827FA361F}" presName="textRect" presStyleLbl="revTx" presStyleIdx="1" presStyleCnt="5">
        <dgm:presLayoutVars>
          <dgm:chMax val="1"/>
          <dgm:chPref val="1"/>
        </dgm:presLayoutVars>
      </dgm:prSet>
      <dgm:spPr/>
    </dgm:pt>
    <dgm:pt modelId="{92999200-D1EC-47DE-B0CB-ED63386B191F}" type="pres">
      <dgm:prSet presAssocID="{42328C10-F361-474D-9DCB-BED6027E5DCD}" presName="sibTrans" presStyleCnt="0"/>
      <dgm:spPr/>
    </dgm:pt>
    <dgm:pt modelId="{17FF0C9C-35CA-47D2-9A3D-55E05F0BA721}" type="pres">
      <dgm:prSet presAssocID="{68E649F1-D98D-424E-AD2E-EA7065DFA030}" presName="compNode" presStyleCnt="0"/>
      <dgm:spPr/>
    </dgm:pt>
    <dgm:pt modelId="{87971D1B-7916-4A9E-9993-E9C493205BB8}" type="pres">
      <dgm:prSet presAssocID="{68E649F1-D98D-424E-AD2E-EA7065DFA030}" presName="iconBgRect" presStyleLbl="bgShp" presStyleIdx="2" presStyleCnt="5"/>
      <dgm:spPr/>
    </dgm:pt>
    <dgm:pt modelId="{9779FFA9-3E8C-4322-9AF1-74AD0A2446CD}" type="pres">
      <dgm:prSet presAssocID="{68E649F1-D98D-424E-AD2E-EA7065DFA030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adioactive"/>
        </a:ext>
      </dgm:extLst>
    </dgm:pt>
    <dgm:pt modelId="{7ECE8F59-5B81-4A69-96BC-459C010955A1}" type="pres">
      <dgm:prSet presAssocID="{68E649F1-D98D-424E-AD2E-EA7065DFA030}" presName="spaceRect" presStyleCnt="0"/>
      <dgm:spPr/>
    </dgm:pt>
    <dgm:pt modelId="{4EA23277-C63E-4C57-BECC-BF0AD80D2E26}" type="pres">
      <dgm:prSet presAssocID="{68E649F1-D98D-424E-AD2E-EA7065DFA030}" presName="textRect" presStyleLbl="revTx" presStyleIdx="2" presStyleCnt="5">
        <dgm:presLayoutVars>
          <dgm:chMax val="1"/>
          <dgm:chPref val="1"/>
        </dgm:presLayoutVars>
      </dgm:prSet>
      <dgm:spPr/>
    </dgm:pt>
    <dgm:pt modelId="{D03E4FD3-578E-430C-8E39-1B5649BB8CBB}" type="pres">
      <dgm:prSet presAssocID="{AAB71EA8-31E7-40B3-B694-67FECC7E12CE}" presName="sibTrans" presStyleCnt="0"/>
      <dgm:spPr/>
    </dgm:pt>
    <dgm:pt modelId="{E0BEBC7F-2640-404C-BA37-6426E61A1918}" type="pres">
      <dgm:prSet presAssocID="{FFE3D199-D2A0-43D8-8C41-26F5C4B3E362}" presName="compNode" presStyleCnt="0"/>
      <dgm:spPr/>
    </dgm:pt>
    <dgm:pt modelId="{7FB96CFA-313E-4483-BD7C-C5A2BD0DBD01}" type="pres">
      <dgm:prSet presAssocID="{FFE3D199-D2A0-43D8-8C41-26F5C4B3E362}" presName="iconBgRect" presStyleLbl="bgShp" presStyleIdx="3" presStyleCnt="5"/>
      <dgm:spPr/>
    </dgm:pt>
    <dgm:pt modelId="{7C9F8208-0FAA-4066-AB7E-BE54CCA39798}" type="pres">
      <dgm:prSet presAssocID="{FFE3D199-D2A0-43D8-8C41-26F5C4B3E362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ansfer"/>
        </a:ext>
      </dgm:extLst>
    </dgm:pt>
    <dgm:pt modelId="{5A9A3F1A-1F01-43A5-BC57-ECF39506186B}" type="pres">
      <dgm:prSet presAssocID="{FFE3D199-D2A0-43D8-8C41-26F5C4B3E362}" presName="spaceRect" presStyleCnt="0"/>
      <dgm:spPr/>
    </dgm:pt>
    <dgm:pt modelId="{AF8F1D85-9486-4CF2-8388-0674F5D97E57}" type="pres">
      <dgm:prSet presAssocID="{FFE3D199-D2A0-43D8-8C41-26F5C4B3E362}" presName="textRect" presStyleLbl="revTx" presStyleIdx="3" presStyleCnt="5">
        <dgm:presLayoutVars>
          <dgm:chMax val="1"/>
          <dgm:chPref val="1"/>
        </dgm:presLayoutVars>
      </dgm:prSet>
      <dgm:spPr/>
    </dgm:pt>
    <dgm:pt modelId="{6E5B8B38-3FE4-42BF-B51F-52357C2EB973}" type="pres">
      <dgm:prSet presAssocID="{CA4BA8C4-0D02-4A82-99CC-9800322B7DC6}" presName="sibTrans" presStyleCnt="0"/>
      <dgm:spPr/>
    </dgm:pt>
    <dgm:pt modelId="{32AECFBF-BA5C-4AE8-B64E-C96D5BD6B936}" type="pres">
      <dgm:prSet presAssocID="{28935F31-C334-4332-858C-25700B8C9631}" presName="compNode" presStyleCnt="0"/>
      <dgm:spPr/>
    </dgm:pt>
    <dgm:pt modelId="{9D12593F-E80C-4FBF-A625-50B9AFEC472E}" type="pres">
      <dgm:prSet presAssocID="{28935F31-C334-4332-858C-25700B8C9631}" presName="iconBgRect" presStyleLbl="bgShp" presStyleIdx="4" presStyleCnt="5"/>
      <dgm:spPr/>
    </dgm:pt>
    <dgm:pt modelId="{0EDD0132-52FB-4F5A-BCE5-042EA34AA5B2}" type="pres">
      <dgm:prSet presAssocID="{28935F31-C334-4332-858C-25700B8C9631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urtle"/>
        </a:ext>
      </dgm:extLst>
    </dgm:pt>
    <dgm:pt modelId="{68D56822-613B-450F-A9F8-8C83DE83A863}" type="pres">
      <dgm:prSet presAssocID="{28935F31-C334-4332-858C-25700B8C9631}" presName="spaceRect" presStyleCnt="0"/>
      <dgm:spPr/>
    </dgm:pt>
    <dgm:pt modelId="{CA1221C8-E01F-4A2F-8E74-1439527B1205}" type="pres">
      <dgm:prSet presAssocID="{28935F31-C334-4332-858C-25700B8C9631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65349B1C-5095-48C7-9166-C62D54BEBF43}" srcId="{603FFA20-4D6D-411E-80D4-2EF9E8F8828D}" destId="{28935F31-C334-4332-858C-25700B8C9631}" srcOrd="4" destOrd="0" parTransId="{2D59C8F4-B2E8-44C1-94E1-C0D4AF39D31A}" sibTransId="{B2C47DC7-55C8-4689-87D5-D5EF9E9A87EA}"/>
    <dgm:cxn modelId="{3A8CFF3E-597D-4D25-94DB-86058ABECDE7}" type="presOf" srcId="{37FA0DE7-7135-4B4B-B81D-FBC02BA798F2}" destId="{C4AF1E2E-C8B0-4EB7-BCA1-6C72BCE3D57D}" srcOrd="0" destOrd="0" presId="urn:microsoft.com/office/officeart/2018/5/layout/IconCircleLabelList"/>
    <dgm:cxn modelId="{A7F2F85E-3DB1-4BC3-868F-12588629D447}" type="presOf" srcId="{28935F31-C334-4332-858C-25700B8C9631}" destId="{CA1221C8-E01F-4A2F-8E74-1439527B1205}" srcOrd="0" destOrd="0" presId="urn:microsoft.com/office/officeart/2018/5/layout/IconCircleLabelList"/>
    <dgm:cxn modelId="{583E815F-4C40-48AC-9064-A721929C0A21}" srcId="{603FFA20-4D6D-411E-80D4-2EF9E8F8828D}" destId="{FAAEFD68-465A-473F-871D-104827FA361F}" srcOrd="1" destOrd="0" parTransId="{4BBAAA87-7BB6-46C2-8744-587821ABE0A8}" sibTransId="{42328C10-F361-474D-9DCB-BED6027E5DCD}"/>
    <dgm:cxn modelId="{30B66B65-C27A-4625-BF7F-CEB6485BF59F}" srcId="{603FFA20-4D6D-411E-80D4-2EF9E8F8828D}" destId="{37FA0DE7-7135-4B4B-B81D-FBC02BA798F2}" srcOrd="0" destOrd="0" parTransId="{61828F2F-C43D-4791-BBE9-52ADB655CA4E}" sibTransId="{59582151-F1DE-41B3-AB8C-65B4E17C4E08}"/>
    <dgm:cxn modelId="{F0AA8A8E-4B16-4264-8C17-8562AB98C8C8}" type="presOf" srcId="{FAAEFD68-465A-473F-871D-104827FA361F}" destId="{A1928633-0C8B-4605-8F23-D2A25FE901AE}" srcOrd="0" destOrd="0" presId="urn:microsoft.com/office/officeart/2018/5/layout/IconCircleLabelList"/>
    <dgm:cxn modelId="{21900990-147A-4978-88D8-267089F1EBB1}" type="presOf" srcId="{603FFA20-4D6D-411E-80D4-2EF9E8F8828D}" destId="{CACBB7DF-FC96-45B0-B622-85C42C8EBD0E}" srcOrd="0" destOrd="0" presId="urn:microsoft.com/office/officeart/2018/5/layout/IconCircleLabelList"/>
    <dgm:cxn modelId="{722F5A91-E67A-43B0-BAF3-EED579D8B448}" type="presOf" srcId="{FFE3D199-D2A0-43D8-8C41-26F5C4B3E362}" destId="{AF8F1D85-9486-4CF2-8388-0674F5D97E57}" srcOrd="0" destOrd="0" presId="urn:microsoft.com/office/officeart/2018/5/layout/IconCircleLabelList"/>
    <dgm:cxn modelId="{B72149A7-817B-43B7-885E-6C7A9D37CA3E}" srcId="{603FFA20-4D6D-411E-80D4-2EF9E8F8828D}" destId="{FFE3D199-D2A0-43D8-8C41-26F5C4B3E362}" srcOrd="3" destOrd="0" parTransId="{3CDECF14-8DC5-4F9D-B9F8-02081E368F8D}" sibTransId="{CA4BA8C4-0D02-4A82-99CC-9800322B7DC6}"/>
    <dgm:cxn modelId="{5B49F1CE-EBA8-417F-90F9-53DC19E11C56}" srcId="{603FFA20-4D6D-411E-80D4-2EF9E8F8828D}" destId="{68E649F1-D98D-424E-AD2E-EA7065DFA030}" srcOrd="2" destOrd="0" parTransId="{7556E597-981A-47B7-B7C4-C7CC7AE79813}" sibTransId="{AAB71EA8-31E7-40B3-B694-67FECC7E12CE}"/>
    <dgm:cxn modelId="{D74CBAFB-F5FB-4A84-B9C7-56EAF19BCA60}" type="presOf" srcId="{68E649F1-D98D-424E-AD2E-EA7065DFA030}" destId="{4EA23277-C63E-4C57-BECC-BF0AD80D2E26}" srcOrd="0" destOrd="0" presId="urn:microsoft.com/office/officeart/2018/5/layout/IconCircleLabelList"/>
    <dgm:cxn modelId="{A955A01A-7FE6-46F5-A76A-457AA574AC70}" type="presParOf" srcId="{CACBB7DF-FC96-45B0-B622-85C42C8EBD0E}" destId="{60D14745-C93B-492E-8EDF-5EFF2BBDC016}" srcOrd="0" destOrd="0" presId="urn:microsoft.com/office/officeart/2018/5/layout/IconCircleLabelList"/>
    <dgm:cxn modelId="{538D9BD7-A9F0-4666-8B56-1B2DB50ED76B}" type="presParOf" srcId="{60D14745-C93B-492E-8EDF-5EFF2BBDC016}" destId="{23E3F398-C25A-4AAC-8F87-6E0CAD4E8D98}" srcOrd="0" destOrd="0" presId="urn:microsoft.com/office/officeart/2018/5/layout/IconCircleLabelList"/>
    <dgm:cxn modelId="{D75F9957-171C-422C-B426-101AAB6AFEAE}" type="presParOf" srcId="{60D14745-C93B-492E-8EDF-5EFF2BBDC016}" destId="{E96B8E12-CED9-47AC-9F1F-AF47EDB4117D}" srcOrd="1" destOrd="0" presId="urn:microsoft.com/office/officeart/2018/5/layout/IconCircleLabelList"/>
    <dgm:cxn modelId="{93E0FDF1-EA87-4EF6-A43A-D6F5C0630FF8}" type="presParOf" srcId="{60D14745-C93B-492E-8EDF-5EFF2BBDC016}" destId="{E199A92C-BA20-4FC6-BF19-72CE693992E2}" srcOrd="2" destOrd="0" presId="urn:microsoft.com/office/officeart/2018/5/layout/IconCircleLabelList"/>
    <dgm:cxn modelId="{97365AA6-3E12-4CB3-BE2B-46107E2471E1}" type="presParOf" srcId="{60D14745-C93B-492E-8EDF-5EFF2BBDC016}" destId="{C4AF1E2E-C8B0-4EB7-BCA1-6C72BCE3D57D}" srcOrd="3" destOrd="0" presId="urn:microsoft.com/office/officeart/2018/5/layout/IconCircleLabelList"/>
    <dgm:cxn modelId="{AFD2D820-3924-4B77-B2C4-F2DD87879800}" type="presParOf" srcId="{CACBB7DF-FC96-45B0-B622-85C42C8EBD0E}" destId="{7404871C-BB1E-4FE1-8F0C-8C11D33FED73}" srcOrd="1" destOrd="0" presId="urn:microsoft.com/office/officeart/2018/5/layout/IconCircleLabelList"/>
    <dgm:cxn modelId="{E39BDC42-3C97-4B80-BA39-62374785562A}" type="presParOf" srcId="{CACBB7DF-FC96-45B0-B622-85C42C8EBD0E}" destId="{8B91ECBA-21A3-485A-82F3-D843925253CE}" srcOrd="2" destOrd="0" presId="urn:microsoft.com/office/officeart/2018/5/layout/IconCircleLabelList"/>
    <dgm:cxn modelId="{B9AD90B1-6EEC-461B-8460-89625B8A1835}" type="presParOf" srcId="{8B91ECBA-21A3-485A-82F3-D843925253CE}" destId="{B25E675F-2821-4212-872B-6F59A7F21706}" srcOrd="0" destOrd="0" presId="urn:microsoft.com/office/officeart/2018/5/layout/IconCircleLabelList"/>
    <dgm:cxn modelId="{E61AED02-9826-4372-BC04-B54F061C03F4}" type="presParOf" srcId="{8B91ECBA-21A3-485A-82F3-D843925253CE}" destId="{31CD0C6D-9F20-430E-ACAD-FFCBA7EF51B6}" srcOrd="1" destOrd="0" presId="urn:microsoft.com/office/officeart/2018/5/layout/IconCircleLabelList"/>
    <dgm:cxn modelId="{5EA2A8DB-B266-4201-B43F-3E1EF88C945D}" type="presParOf" srcId="{8B91ECBA-21A3-485A-82F3-D843925253CE}" destId="{344C97A0-8009-4627-9D11-B0AD4C05C59D}" srcOrd="2" destOrd="0" presId="urn:microsoft.com/office/officeart/2018/5/layout/IconCircleLabelList"/>
    <dgm:cxn modelId="{09873745-5D93-4B42-9715-51F2A15E01F4}" type="presParOf" srcId="{8B91ECBA-21A3-485A-82F3-D843925253CE}" destId="{A1928633-0C8B-4605-8F23-D2A25FE901AE}" srcOrd="3" destOrd="0" presId="urn:microsoft.com/office/officeart/2018/5/layout/IconCircleLabelList"/>
    <dgm:cxn modelId="{367CB713-4080-4CD1-9E1D-9B4055D09621}" type="presParOf" srcId="{CACBB7DF-FC96-45B0-B622-85C42C8EBD0E}" destId="{92999200-D1EC-47DE-B0CB-ED63386B191F}" srcOrd="3" destOrd="0" presId="urn:microsoft.com/office/officeart/2018/5/layout/IconCircleLabelList"/>
    <dgm:cxn modelId="{BCEB7D6C-623D-405C-8B9B-55AFC5F3EC74}" type="presParOf" srcId="{CACBB7DF-FC96-45B0-B622-85C42C8EBD0E}" destId="{17FF0C9C-35CA-47D2-9A3D-55E05F0BA721}" srcOrd="4" destOrd="0" presId="urn:microsoft.com/office/officeart/2018/5/layout/IconCircleLabelList"/>
    <dgm:cxn modelId="{897B82C6-8DD6-42E2-ADF0-A10148FE1F82}" type="presParOf" srcId="{17FF0C9C-35CA-47D2-9A3D-55E05F0BA721}" destId="{87971D1B-7916-4A9E-9993-E9C493205BB8}" srcOrd="0" destOrd="0" presId="urn:microsoft.com/office/officeart/2018/5/layout/IconCircleLabelList"/>
    <dgm:cxn modelId="{57E93ECB-06B3-4572-884A-28A66FB19A20}" type="presParOf" srcId="{17FF0C9C-35CA-47D2-9A3D-55E05F0BA721}" destId="{9779FFA9-3E8C-4322-9AF1-74AD0A2446CD}" srcOrd="1" destOrd="0" presId="urn:microsoft.com/office/officeart/2018/5/layout/IconCircleLabelList"/>
    <dgm:cxn modelId="{46A2BEDD-A1B8-4DAA-B526-86CF1E5AB4B3}" type="presParOf" srcId="{17FF0C9C-35CA-47D2-9A3D-55E05F0BA721}" destId="{7ECE8F59-5B81-4A69-96BC-459C010955A1}" srcOrd="2" destOrd="0" presId="urn:microsoft.com/office/officeart/2018/5/layout/IconCircleLabelList"/>
    <dgm:cxn modelId="{FAF3257D-829B-473F-A644-317AB60B5B12}" type="presParOf" srcId="{17FF0C9C-35CA-47D2-9A3D-55E05F0BA721}" destId="{4EA23277-C63E-4C57-BECC-BF0AD80D2E26}" srcOrd="3" destOrd="0" presId="urn:microsoft.com/office/officeart/2018/5/layout/IconCircleLabelList"/>
    <dgm:cxn modelId="{DC88D238-F5E4-457F-B104-05A5608AF228}" type="presParOf" srcId="{CACBB7DF-FC96-45B0-B622-85C42C8EBD0E}" destId="{D03E4FD3-578E-430C-8E39-1B5649BB8CBB}" srcOrd="5" destOrd="0" presId="urn:microsoft.com/office/officeart/2018/5/layout/IconCircleLabelList"/>
    <dgm:cxn modelId="{E6008900-1053-463C-80CE-CCF2506B7287}" type="presParOf" srcId="{CACBB7DF-FC96-45B0-B622-85C42C8EBD0E}" destId="{E0BEBC7F-2640-404C-BA37-6426E61A1918}" srcOrd="6" destOrd="0" presId="urn:microsoft.com/office/officeart/2018/5/layout/IconCircleLabelList"/>
    <dgm:cxn modelId="{AC4E6594-51AE-4981-9740-CBC14051CBAE}" type="presParOf" srcId="{E0BEBC7F-2640-404C-BA37-6426E61A1918}" destId="{7FB96CFA-313E-4483-BD7C-C5A2BD0DBD01}" srcOrd="0" destOrd="0" presId="urn:microsoft.com/office/officeart/2018/5/layout/IconCircleLabelList"/>
    <dgm:cxn modelId="{A1BD3F4C-E98F-49EC-9387-3C5A30C1877E}" type="presParOf" srcId="{E0BEBC7F-2640-404C-BA37-6426E61A1918}" destId="{7C9F8208-0FAA-4066-AB7E-BE54CCA39798}" srcOrd="1" destOrd="0" presId="urn:microsoft.com/office/officeart/2018/5/layout/IconCircleLabelList"/>
    <dgm:cxn modelId="{410A9C12-7295-4C2D-A2EB-D130FB86B72A}" type="presParOf" srcId="{E0BEBC7F-2640-404C-BA37-6426E61A1918}" destId="{5A9A3F1A-1F01-43A5-BC57-ECF39506186B}" srcOrd="2" destOrd="0" presId="urn:microsoft.com/office/officeart/2018/5/layout/IconCircleLabelList"/>
    <dgm:cxn modelId="{8D6972F3-D1F3-4DED-A340-34431728EA30}" type="presParOf" srcId="{E0BEBC7F-2640-404C-BA37-6426E61A1918}" destId="{AF8F1D85-9486-4CF2-8388-0674F5D97E57}" srcOrd="3" destOrd="0" presId="urn:microsoft.com/office/officeart/2018/5/layout/IconCircleLabelList"/>
    <dgm:cxn modelId="{F83734C1-B8EF-437A-A524-0D471D3517F6}" type="presParOf" srcId="{CACBB7DF-FC96-45B0-B622-85C42C8EBD0E}" destId="{6E5B8B38-3FE4-42BF-B51F-52357C2EB973}" srcOrd="7" destOrd="0" presId="urn:microsoft.com/office/officeart/2018/5/layout/IconCircleLabelList"/>
    <dgm:cxn modelId="{445444AB-58FD-4FE3-BE1C-BF3DE9CB9D04}" type="presParOf" srcId="{CACBB7DF-FC96-45B0-B622-85C42C8EBD0E}" destId="{32AECFBF-BA5C-4AE8-B64E-C96D5BD6B936}" srcOrd="8" destOrd="0" presId="urn:microsoft.com/office/officeart/2018/5/layout/IconCircleLabelList"/>
    <dgm:cxn modelId="{CDE87D4A-9FEE-4259-B181-3479E9BFA36D}" type="presParOf" srcId="{32AECFBF-BA5C-4AE8-B64E-C96D5BD6B936}" destId="{9D12593F-E80C-4FBF-A625-50B9AFEC472E}" srcOrd="0" destOrd="0" presId="urn:microsoft.com/office/officeart/2018/5/layout/IconCircleLabelList"/>
    <dgm:cxn modelId="{838A290C-BD03-4005-BE70-3D4825CA44F4}" type="presParOf" srcId="{32AECFBF-BA5C-4AE8-B64E-C96D5BD6B936}" destId="{0EDD0132-52FB-4F5A-BCE5-042EA34AA5B2}" srcOrd="1" destOrd="0" presId="urn:microsoft.com/office/officeart/2018/5/layout/IconCircleLabelList"/>
    <dgm:cxn modelId="{A9E4C429-7CE9-4226-91B9-3F1227B67508}" type="presParOf" srcId="{32AECFBF-BA5C-4AE8-B64E-C96D5BD6B936}" destId="{68D56822-613B-450F-A9F8-8C83DE83A863}" srcOrd="2" destOrd="0" presId="urn:microsoft.com/office/officeart/2018/5/layout/IconCircleLabelList"/>
    <dgm:cxn modelId="{E5AE1996-CC9F-4097-B212-B986990A18E7}" type="presParOf" srcId="{32AECFBF-BA5C-4AE8-B64E-C96D5BD6B936}" destId="{CA1221C8-E01F-4A2F-8E74-1439527B1205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868B790-89B3-42DC-9290-AC9A0C9D81D6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3A1DFF9-CFAC-4ACF-A467-A7D205CAE799}">
      <dgm:prSet/>
      <dgm:spPr/>
      <dgm:t>
        <a:bodyPr/>
        <a:lstStyle/>
        <a:p>
          <a:r>
            <a:rPr lang="en-US"/>
            <a:t>- Choose Agile when requirements evolve</a:t>
          </a:r>
        </a:p>
      </dgm:t>
    </dgm:pt>
    <dgm:pt modelId="{1EF95BCD-1D88-4F56-83FC-E206BCED7C86}" type="parTrans" cxnId="{144768D8-4469-435E-9F77-93A75B902B48}">
      <dgm:prSet/>
      <dgm:spPr/>
      <dgm:t>
        <a:bodyPr/>
        <a:lstStyle/>
        <a:p>
          <a:endParaRPr lang="en-US"/>
        </a:p>
      </dgm:t>
    </dgm:pt>
    <dgm:pt modelId="{89A11C64-3A0F-495D-A6AB-70C194210A2D}" type="sibTrans" cxnId="{144768D8-4469-435E-9F77-93A75B902B48}">
      <dgm:prSet/>
      <dgm:spPr/>
      <dgm:t>
        <a:bodyPr/>
        <a:lstStyle/>
        <a:p>
          <a:endParaRPr lang="en-US"/>
        </a:p>
      </dgm:t>
    </dgm:pt>
    <dgm:pt modelId="{8FA9576B-696A-45BB-842B-15FB68B77EEA}">
      <dgm:prSet/>
      <dgm:spPr/>
      <dgm:t>
        <a:bodyPr/>
        <a:lstStyle/>
        <a:p>
          <a:r>
            <a:rPr lang="en-US"/>
            <a:t>- Choose Waterfall when stability is required</a:t>
          </a:r>
        </a:p>
      </dgm:t>
    </dgm:pt>
    <dgm:pt modelId="{42D1C893-176E-482F-940F-1B80A033ECEB}" type="parTrans" cxnId="{AFA5956D-658E-46AD-8DD3-6373E16BC269}">
      <dgm:prSet/>
      <dgm:spPr/>
      <dgm:t>
        <a:bodyPr/>
        <a:lstStyle/>
        <a:p>
          <a:endParaRPr lang="en-US"/>
        </a:p>
      </dgm:t>
    </dgm:pt>
    <dgm:pt modelId="{FA7751B0-6B2D-43E2-BE7E-8EED10B319AD}" type="sibTrans" cxnId="{AFA5956D-658E-46AD-8DD3-6373E16BC269}">
      <dgm:prSet/>
      <dgm:spPr/>
      <dgm:t>
        <a:bodyPr/>
        <a:lstStyle/>
        <a:p>
          <a:endParaRPr lang="en-US"/>
        </a:p>
      </dgm:t>
    </dgm:pt>
    <dgm:pt modelId="{815C9686-9492-4B2E-A01C-FF91421A0D3D}">
      <dgm:prSet/>
      <dgm:spPr/>
      <dgm:t>
        <a:bodyPr/>
        <a:lstStyle/>
        <a:p>
          <a:r>
            <a:rPr lang="en-US"/>
            <a:t>- Agile supported SNHU Travel due to shifting priorities</a:t>
          </a:r>
        </a:p>
      </dgm:t>
    </dgm:pt>
    <dgm:pt modelId="{CCC8F2C9-8B8C-4995-976D-670091CF523B}" type="parTrans" cxnId="{DD6BEFDC-4615-4335-97C1-18C9FA7EBB39}">
      <dgm:prSet/>
      <dgm:spPr/>
      <dgm:t>
        <a:bodyPr/>
        <a:lstStyle/>
        <a:p>
          <a:endParaRPr lang="en-US"/>
        </a:p>
      </dgm:t>
    </dgm:pt>
    <dgm:pt modelId="{0759F985-4433-408E-9042-6B425F5B7B7D}" type="sibTrans" cxnId="{DD6BEFDC-4615-4335-97C1-18C9FA7EBB39}">
      <dgm:prSet/>
      <dgm:spPr/>
      <dgm:t>
        <a:bodyPr/>
        <a:lstStyle/>
        <a:p>
          <a:endParaRPr lang="en-US"/>
        </a:p>
      </dgm:t>
    </dgm:pt>
    <dgm:pt modelId="{52F2BBF1-5915-46E9-A14D-F5578126657D}">
      <dgm:prSet/>
      <dgm:spPr/>
      <dgm:t>
        <a:bodyPr/>
        <a:lstStyle/>
        <a:p>
          <a:r>
            <a:rPr lang="en-US"/>
            <a:t>- Frequent communication reduced rework and delays</a:t>
          </a:r>
        </a:p>
      </dgm:t>
    </dgm:pt>
    <dgm:pt modelId="{9D9CE02E-8794-40CC-9DDA-1194FD15426F}" type="parTrans" cxnId="{592577DF-962F-4899-9B22-83C021F99924}">
      <dgm:prSet/>
      <dgm:spPr/>
      <dgm:t>
        <a:bodyPr/>
        <a:lstStyle/>
        <a:p>
          <a:endParaRPr lang="en-US"/>
        </a:p>
      </dgm:t>
    </dgm:pt>
    <dgm:pt modelId="{68C35884-2DD4-4014-997C-7474DEF6C912}" type="sibTrans" cxnId="{592577DF-962F-4899-9B22-83C021F99924}">
      <dgm:prSet/>
      <dgm:spPr/>
      <dgm:t>
        <a:bodyPr/>
        <a:lstStyle/>
        <a:p>
          <a:endParaRPr lang="en-US"/>
        </a:p>
      </dgm:t>
    </dgm:pt>
    <dgm:pt modelId="{06754BB4-0107-458E-AF9C-D474CED6AEC2}" type="pres">
      <dgm:prSet presAssocID="{0868B790-89B3-42DC-9290-AC9A0C9D81D6}" presName="linear" presStyleCnt="0">
        <dgm:presLayoutVars>
          <dgm:animLvl val="lvl"/>
          <dgm:resizeHandles val="exact"/>
        </dgm:presLayoutVars>
      </dgm:prSet>
      <dgm:spPr/>
    </dgm:pt>
    <dgm:pt modelId="{567465E5-D66E-4800-BA6D-77090BE90387}" type="pres">
      <dgm:prSet presAssocID="{43A1DFF9-CFAC-4ACF-A467-A7D205CAE79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2996B5F-E584-4D5D-B141-841D56411825}" type="pres">
      <dgm:prSet presAssocID="{89A11C64-3A0F-495D-A6AB-70C194210A2D}" presName="spacer" presStyleCnt="0"/>
      <dgm:spPr/>
    </dgm:pt>
    <dgm:pt modelId="{A976A87D-7B4B-4673-93CD-C7CF0C988B67}" type="pres">
      <dgm:prSet presAssocID="{8FA9576B-696A-45BB-842B-15FB68B77EEA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FAE61AA7-88D7-4101-9854-C8AA3A6352A0}" type="pres">
      <dgm:prSet presAssocID="{FA7751B0-6B2D-43E2-BE7E-8EED10B319AD}" presName="spacer" presStyleCnt="0"/>
      <dgm:spPr/>
    </dgm:pt>
    <dgm:pt modelId="{258266B5-9410-490B-9AA8-8494F2CAD01A}" type="pres">
      <dgm:prSet presAssocID="{815C9686-9492-4B2E-A01C-FF91421A0D3D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DE838D0-B21E-427F-82A2-57FEA1FD2FEC}" type="pres">
      <dgm:prSet presAssocID="{0759F985-4433-408E-9042-6B425F5B7B7D}" presName="spacer" presStyleCnt="0"/>
      <dgm:spPr/>
    </dgm:pt>
    <dgm:pt modelId="{0D055BDA-8170-4B8F-BB6B-DEBBF38A2F42}" type="pres">
      <dgm:prSet presAssocID="{52F2BBF1-5915-46E9-A14D-F5578126657D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AEC73968-7B7B-45C3-8DB0-2488B93111B8}" type="presOf" srcId="{0868B790-89B3-42DC-9290-AC9A0C9D81D6}" destId="{06754BB4-0107-458E-AF9C-D474CED6AEC2}" srcOrd="0" destOrd="0" presId="urn:microsoft.com/office/officeart/2005/8/layout/vList2"/>
    <dgm:cxn modelId="{AFA5956D-658E-46AD-8DD3-6373E16BC269}" srcId="{0868B790-89B3-42DC-9290-AC9A0C9D81D6}" destId="{8FA9576B-696A-45BB-842B-15FB68B77EEA}" srcOrd="1" destOrd="0" parTransId="{42D1C893-176E-482F-940F-1B80A033ECEB}" sibTransId="{FA7751B0-6B2D-43E2-BE7E-8EED10B319AD}"/>
    <dgm:cxn modelId="{96FF4A59-B763-40B5-BE72-701E45AB1C50}" type="presOf" srcId="{43A1DFF9-CFAC-4ACF-A467-A7D205CAE799}" destId="{567465E5-D66E-4800-BA6D-77090BE90387}" srcOrd="0" destOrd="0" presId="urn:microsoft.com/office/officeart/2005/8/layout/vList2"/>
    <dgm:cxn modelId="{26F3E3AC-7904-4C0F-8469-03E1C1AD019E}" type="presOf" srcId="{52F2BBF1-5915-46E9-A14D-F5578126657D}" destId="{0D055BDA-8170-4B8F-BB6B-DEBBF38A2F42}" srcOrd="0" destOrd="0" presId="urn:microsoft.com/office/officeart/2005/8/layout/vList2"/>
    <dgm:cxn modelId="{502D70CE-A966-46B2-99DA-3734361283F0}" type="presOf" srcId="{8FA9576B-696A-45BB-842B-15FB68B77EEA}" destId="{A976A87D-7B4B-4673-93CD-C7CF0C988B67}" srcOrd="0" destOrd="0" presId="urn:microsoft.com/office/officeart/2005/8/layout/vList2"/>
    <dgm:cxn modelId="{144768D8-4469-435E-9F77-93A75B902B48}" srcId="{0868B790-89B3-42DC-9290-AC9A0C9D81D6}" destId="{43A1DFF9-CFAC-4ACF-A467-A7D205CAE799}" srcOrd="0" destOrd="0" parTransId="{1EF95BCD-1D88-4F56-83FC-E206BCED7C86}" sibTransId="{89A11C64-3A0F-495D-A6AB-70C194210A2D}"/>
    <dgm:cxn modelId="{DD6BEFDC-4615-4335-97C1-18C9FA7EBB39}" srcId="{0868B790-89B3-42DC-9290-AC9A0C9D81D6}" destId="{815C9686-9492-4B2E-A01C-FF91421A0D3D}" srcOrd="2" destOrd="0" parTransId="{CCC8F2C9-8B8C-4995-976D-670091CF523B}" sibTransId="{0759F985-4433-408E-9042-6B425F5B7B7D}"/>
    <dgm:cxn modelId="{592577DF-962F-4899-9B22-83C021F99924}" srcId="{0868B790-89B3-42DC-9290-AC9A0C9D81D6}" destId="{52F2BBF1-5915-46E9-A14D-F5578126657D}" srcOrd="3" destOrd="0" parTransId="{9D9CE02E-8794-40CC-9DDA-1194FD15426F}" sibTransId="{68C35884-2DD4-4014-997C-7474DEF6C912}"/>
    <dgm:cxn modelId="{2B1467E6-F4FC-4504-8211-B3561EB022EA}" type="presOf" srcId="{815C9686-9492-4B2E-A01C-FF91421A0D3D}" destId="{258266B5-9410-490B-9AA8-8494F2CAD01A}" srcOrd="0" destOrd="0" presId="urn:microsoft.com/office/officeart/2005/8/layout/vList2"/>
    <dgm:cxn modelId="{3AA18D0B-37E2-4FCF-AF9D-495D1A03E6DF}" type="presParOf" srcId="{06754BB4-0107-458E-AF9C-D474CED6AEC2}" destId="{567465E5-D66E-4800-BA6D-77090BE90387}" srcOrd="0" destOrd="0" presId="urn:microsoft.com/office/officeart/2005/8/layout/vList2"/>
    <dgm:cxn modelId="{46187FF6-576B-4911-AB31-E3D3F459E4C5}" type="presParOf" srcId="{06754BB4-0107-458E-AF9C-D474CED6AEC2}" destId="{A2996B5F-E584-4D5D-B141-841D56411825}" srcOrd="1" destOrd="0" presId="urn:microsoft.com/office/officeart/2005/8/layout/vList2"/>
    <dgm:cxn modelId="{5DBE866A-A22D-4D97-9886-CB1F58A08AE9}" type="presParOf" srcId="{06754BB4-0107-458E-AF9C-D474CED6AEC2}" destId="{A976A87D-7B4B-4673-93CD-C7CF0C988B67}" srcOrd="2" destOrd="0" presId="urn:microsoft.com/office/officeart/2005/8/layout/vList2"/>
    <dgm:cxn modelId="{B207B65F-5523-48F8-98D1-09E709E2BA8A}" type="presParOf" srcId="{06754BB4-0107-458E-AF9C-D474CED6AEC2}" destId="{FAE61AA7-88D7-4101-9854-C8AA3A6352A0}" srcOrd="3" destOrd="0" presId="urn:microsoft.com/office/officeart/2005/8/layout/vList2"/>
    <dgm:cxn modelId="{92DB1519-FA6A-4CFB-8B81-D177C3A6BCE9}" type="presParOf" srcId="{06754BB4-0107-458E-AF9C-D474CED6AEC2}" destId="{258266B5-9410-490B-9AA8-8494F2CAD01A}" srcOrd="4" destOrd="0" presId="urn:microsoft.com/office/officeart/2005/8/layout/vList2"/>
    <dgm:cxn modelId="{62AF884C-2C01-40AC-B81F-6B8982002C17}" type="presParOf" srcId="{06754BB4-0107-458E-AF9C-D474CED6AEC2}" destId="{0DE838D0-B21E-427F-82A2-57FEA1FD2FEC}" srcOrd="5" destOrd="0" presId="urn:microsoft.com/office/officeart/2005/8/layout/vList2"/>
    <dgm:cxn modelId="{EBD23376-3D13-48C7-B737-24F1AF20A689}" type="presParOf" srcId="{06754BB4-0107-458E-AF9C-D474CED6AEC2}" destId="{0D055BDA-8170-4B8F-BB6B-DEBBF38A2F42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AE743A-435A-46C5-98B3-73BEA633DDC8}">
      <dsp:nvSpPr>
        <dsp:cNvPr id="0" name=""/>
        <dsp:cNvSpPr/>
      </dsp:nvSpPr>
      <dsp:spPr>
        <a:xfrm>
          <a:off x="0" y="1698"/>
          <a:ext cx="7213600" cy="86107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B2F582-A802-4037-84BE-8857B9FDC2C8}">
      <dsp:nvSpPr>
        <dsp:cNvPr id="0" name=""/>
        <dsp:cNvSpPr/>
      </dsp:nvSpPr>
      <dsp:spPr>
        <a:xfrm>
          <a:off x="260473" y="195439"/>
          <a:ext cx="473588" cy="47358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0058E2-735C-46D1-AF2B-0F4984C4539F}">
      <dsp:nvSpPr>
        <dsp:cNvPr id="0" name=""/>
        <dsp:cNvSpPr/>
      </dsp:nvSpPr>
      <dsp:spPr>
        <a:xfrm>
          <a:off x="994536" y="1698"/>
          <a:ext cx="6219063" cy="8610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130" tIns="91130" rIns="91130" bIns="9113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- Scrum Master: Facilitates process and removes blockers</a:t>
          </a:r>
        </a:p>
      </dsp:txBody>
      <dsp:txXfrm>
        <a:off x="994536" y="1698"/>
        <a:ext cx="6219063" cy="861070"/>
      </dsp:txXfrm>
    </dsp:sp>
    <dsp:sp modelId="{F4B47741-7073-447E-BE11-D09E1AAE212F}">
      <dsp:nvSpPr>
        <dsp:cNvPr id="0" name=""/>
        <dsp:cNvSpPr/>
      </dsp:nvSpPr>
      <dsp:spPr>
        <a:xfrm>
          <a:off x="0" y="1078036"/>
          <a:ext cx="7213600" cy="86107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3B6341-7D52-4466-8DCA-F121AE5C1EF8}">
      <dsp:nvSpPr>
        <dsp:cNvPr id="0" name=""/>
        <dsp:cNvSpPr/>
      </dsp:nvSpPr>
      <dsp:spPr>
        <a:xfrm>
          <a:off x="260473" y="1271777"/>
          <a:ext cx="473588" cy="47358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BA18B0-DE9C-4F90-9E3B-F947124C3A31}">
      <dsp:nvSpPr>
        <dsp:cNvPr id="0" name=""/>
        <dsp:cNvSpPr/>
      </dsp:nvSpPr>
      <dsp:spPr>
        <a:xfrm>
          <a:off x="994536" y="1078036"/>
          <a:ext cx="6219063" cy="8610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130" tIns="91130" rIns="91130" bIns="9113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- Product Owner: Defines vision, prioritizes backlog, represents stakeholders</a:t>
          </a:r>
        </a:p>
      </dsp:txBody>
      <dsp:txXfrm>
        <a:off x="994536" y="1078036"/>
        <a:ext cx="6219063" cy="861070"/>
      </dsp:txXfrm>
    </dsp:sp>
    <dsp:sp modelId="{02B4C2A5-15A3-47BA-B469-22F1E4C65FD6}">
      <dsp:nvSpPr>
        <dsp:cNvPr id="0" name=""/>
        <dsp:cNvSpPr/>
      </dsp:nvSpPr>
      <dsp:spPr>
        <a:xfrm>
          <a:off x="0" y="2154374"/>
          <a:ext cx="7213600" cy="86107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50B196-0FAD-4F8F-B02D-CAA4E846DBEF}">
      <dsp:nvSpPr>
        <dsp:cNvPr id="0" name=""/>
        <dsp:cNvSpPr/>
      </dsp:nvSpPr>
      <dsp:spPr>
        <a:xfrm>
          <a:off x="260473" y="2348115"/>
          <a:ext cx="473588" cy="47358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08D9EE-2640-42A2-9F6E-3B92BB0B4765}">
      <dsp:nvSpPr>
        <dsp:cNvPr id="0" name=""/>
        <dsp:cNvSpPr/>
      </dsp:nvSpPr>
      <dsp:spPr>
        <a:xfrm>
          <a:off x="994536" y="2154374"/>
          <a:ext cx="6219063" cy="8610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130" tIns="91130" rIns="91130" bIns="9113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- Developers: Build increments, collaborate daily, deliver value</a:t>
          </a:r>
        </a:p>
      </dsp:txBody>
      <dsp:txXfrm>
        <a:off x="994536" y="2154374"/>
        <a:ext cx="6219063" cy="861070"/>
      </dsp:txXfrm>
    </dsp:sp>
    <dsp:sp modelId="{7C628175-7974-4572-B679-E5160EA3ACD3}">
      <dsp:nvSpPr>
        <dsp:cNvPr id="0" name=""/>
        <dsp:cNvSpPr/>
      </dsp:nvSpPr>
      <dsp:spPr>
        <a:xfrm>
          <a:off x="0" y="3230712"/>
          <a:ext cx="7213600" cy="86107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DE4C8A-CD8B-43B2-B589-1A2A1C66F0AF}">
      <dsp:nvSpPr>
        <dsp:cNvPr id="0" name=""/>
        <dsp:cNvSpPr/>
      </dsp:nvSpPr>
      <dsp:spPr>
        <a:xfrm>
          <a:off x="260473" y="3424453"/>
          <a:ext cx="473588" cy="47358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AD5111-E96B-4392-950A-820765182096}">
      <dsp:nvSpPr>
        <dsp:cNvPr id="0" name=""/>
        <dsp:cNvSpPr/>
      </dsp:nvSpPr>
      <dsp:spPr>
        <a:xfrm>
          <a:off x="994536" y="3230712"/>
          <a:ext cx="6219063" cy="8610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130" tIns="91130" rIns="91130" bIns="9113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- Testers: Validate functionality and ensure software quality</a:t>
          </a:r>
        </a:p>
      </dsp:txBody>
      <dsp:txXfrm>
        <a:off x="994536" y="3230712"/>
        <a:ext cx="6219063" cy="86107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F8462A-9CB7-44CA-AFD6-9D29DBFC696A}">
      <dsp:nvSpPr>
        <dsp:cNvPr id="0" name=""/>
        <dsp:cNvSpPr/>
      </dsp:nvSpPr>
      <dsp:spPr>
        <a:xfrm>
          <a:off x="626714" y="339203"/>
          <a:ext cx="674736" cy="67473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B99177-8577-403A-BB41-C9A07050DF11}">
      <dsp:nvSpPr>
        <dsp:cNvPr id="0" name=""/>
        <dsp:cNvSpPr/>
      </dsp:nvSpPr>
      <dsp:spPr>
        <a:xfrm>
          <a:off x="214375" y="1259548"/>
          <a:ext cx="1499414" cy="5997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- Requirements: User stories focused on value</a:t>
          </a:r>
        </a:p>
      </dsp:txBody>
      <dsp:txXfrm>
        <a:off x="214375" y="1259548"/>
        <a:ext cx="1499414" cy="599765"/>
      </dsp:txXfrm>
    </dsp:sp>
    <dsp:sp modelId="{964ED70F-74FE-471C-B27D-A945CC16F014}">
      <dsp:nvSpPr>
        <dsp:cNvPr id="0" name=""/>
        <dsp:cNvSpPr/>
      </dsp:nvSpPr>
      <dsp:spPr>
        <a:xfrm>
          <a:off x="2388526" y="339203"/>
          <a:ext cx="674736" cy="67473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C8CE19-531D-49E5-B99A-A107340DC4BF}">
      <dsp:nvSpPr>
        <dsp:cNvPr id="0" name=""/>
        <dsp:cNvSpPr/>
      </dsp:nvSpPr>
      <dsp:spPr>
        <a:xfrm>
          <a:off x="1976187" y="1259548"/>
          <a:ext cx="1499414" cy="5997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- Planning: Iterative sprint planning</a:t>
          </a:r>
        </a:p>
      </dsp:txBody>
      <dsp:txXfrm>
        <a:off x="1976187" y="1259548"/>
        <a:ext cx="1499414" cy="599765"/>
      </dsp:txXfrm>
    </dsp:sp>
    <dsp:sp modelId="{C878D9A9-F32C-44B2-81CA-D7376ECF7F1B}">
      <dsp:nvSpPr>
        <dsp:cNvPr id="0" name=""/>
        <dsp:cNvSpPr/>
      </dsp:nvSpPr>
      <dsp:spPr>
        <a:xfrm>
          <a:off x="4150337" y="339203"/>
          <a:ext cx="674736" cy="67473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5414A6-0308-4A76-BA16-6928BEA97119}">
      <dsp:nvSpPr>
        <dsp:cNvPr id="0" name=""/>
        <dsp:cNvSpPr/>
      </dsp:nvSpPr>
      <dsp:spPr>
        <a:xfrm>
          <a:off x="3737998" y="1259548"/>
          <a:ext cx="1499414" cy="5997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- Development: Build small increments</a:t>
          </a:r>
        </a:p>
      </dsp:txBody>
      <dsp:txXfrm>
        <a:off x="3737998" y="1259548"/>
        <a:ext cx="1499414" cy="599765"/>
      </dsp:txXfrm>
    </dsp:sp>
    <dsp:sp modelId="{4F7D74BE-FD0A-40BD-8E93-822B38C1E4FD}">
      <dsp:nvSpPr>
        <dsp:cNvPr id="0" name=""/>
        <dsp:cNvSpPr/>
      </dsp:nvSpPr>
      <dsp:spPr>
        <a:xfrm>
          <a:off x="5912149" y="339203"/>
          <a:ext cx="674736" cy="67473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1A99FF-8220-443E-9AC1-9FBF022A6196}">
      <dsp:nvSpPr>
        <dsp:cNvPr id="0" name=""/>
        <dsp:cNvSpPr/>
      </dsp:nvSpPr>
      <dsp:spPr>
        <a:xfrm>
          <a:off x="5499810" y="1259548"/>
          <a:ext cx="1499414" cy="5997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- Testing: Continuous testing in each sprint</a:t>
          </a:r>
        </a:p>
      </dsp:txBody>
      <dsp:txXfrm>
        <a:off x="5499810" y="1259548"/>
        <a:ext cx="1499414" cy="599765"/>
      </dsp:txXfrm>
    </dsp:sp>
    <dsp:sp modelId="{837F2F14-2FAD-44CD-828A-58A5C4902446}">
      <dsp:nvSpPr>
        <dsp:cNvPr id="0" name=""/>
        <dsp:cNvSpPr/>
      </dsp:nvSpPr>
      <dsp:spPr>
        <a:xfrm>
          <a:off x="2388526" y="2234167"/>
          <a:ext cx="674736" cy="67473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03958A-8E50-4C78-BCE1-28E5C5376084}">
      <dsp:nvSpPr>
        <dsp:cNvPr id="0" name=""/>
        <dsp:cNvSpPr/>
      </dsp:nvSpPr>
      <dsp:spPr>
        <a:xfrm>
          <a:off x="1976187" y="3154513"/>
          <a:ext cx="1499414" cy="5997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- Review: Gather stakeholder feedback</a:t>
          </a:r>
        </a:p>
      </dsp:txBody>
      <dsp:txXfrm>
        <a:off x="1976187" y="3154513"/>
        <a:ext cx="1499414" cy="599765"/>
      </dsp:txXfrm>
    </dsp:sp>
    <dsp:sp modelId="{85C1ED86-1640-4A72-A1F0-6F92756AC3D1}">
      <dsp:nvSpPr>
        <dsp:cNvPr id="0" name=""/>
        <dsp:cNvSpPr/>
      </dsp:nvSpPr>
      <dsp:spPr>
        <a:xfrm>
          <a:off x="4150337" y="2234167"/>
          <a:ext cx="674736" cy="674736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A74E60-025D-449F-858D-DA8FE1CA35A1}">
      <dsp:nvSpPr>
        <dsp:cNvPr id="0" name=""/>
        <dsp:cNvSpPr/>
      </dsp:nvSpPr>
      <dsp:spPr>
        <a:xfrm>
          <a:off x="3737998" y="3154513"/>
          <a:ext cx="1499414" cy="5997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- Retrospective: Improve process each cycle</a:t>
          </a:r>
        </a:p>
      </dsp:txBody>
      <dsp:txXfrm>
        <a:off x="3737998" y="3154513"/>
        <a:ext cx="1499414" cy="59976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E3F398-C25A-4AAC-8F87-6E0CAD4E8D98}">
      <dsp:nvSpPr>
        <dsp:cNvPr id="0" name=""/>
        <dsp:cNvSpPr/>
      </dsp:nvSpPr>
      <dsp:spPr>
        <a:xfrm>
          <a:off x="415904" y="1789"/>
          <a:ext cx="941449" cy="94144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6B8E12-CED9-47AC-9F1F-AF47EDB4117D}">
      <dsp:nvSpPr>
        <dsp:cNvPr id="0" name=""/>
        <dsp:cNvSpPr/>
      </dsp:nvSpPr>
      <dsp:spPr>
        <a:xfrm>
          <a:off x="616541" y="202426"/>
          <a:ext cx="540175" cy="54017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AF1E2E-C8B0-4EB7-BCA1-6C72BCE3D57D}">
      <dsp:nvSpPr>
        <dsp:cNvPr id="0" name=""/>
        <dsp:cNvSpPr/>
      </dsp:nvSpPr>
      <dsp:spPr>
        <a:xfrm>
          <a:off x="114949" y="1236477"/>
          <a:ext cx="1543359" cy="617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- Sequential phases with limited flexibility</a:t>
          </a:r>
        </a:p>
      </dsp:txBody>
      <dsp:txXfrm>
        <a:off x="114949" y="1236477"/>
        <a:ext cx="1543359" cy="617343"/>
      </dsp:txXfrm>
    </dsp:sp>
    <dsp:sp modelId="{B25E675F-2821-4212-872B-6F59A7F21706}">
      <dsp:nvSpPr>
        <dsp:cNvPr id="0" name=""/>
        <dsp:cNvSpPr/>
      </dsp:nvSpPr>
      <dsp:spPr>
        <a:xfrm>
          <a:off x="2229351" y="1789"/>
          <a:ext cx="941449" cy="941449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CD0C6D-9F20-430E-ACAD-FFCBA7EF51B6}">
      <dsp:nvSpPr>
        <dsp:cNvPr id="0" name=""/>
        <dsp:cNvSpPr/>
      </dsp:nvSpPr>
      <dsp:spPr>
        <a:xfrm>
          <a:off x="2429988" y="202426"/>
          <a:ext cx="540175" cy="54017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928633-0C8B-4605-8F23-D2A25FE901AE}">
      <dsp:nvSpPr>
        <dsp:cNvPr id="0" name=""/>
        <dsp:cNvSpPr/>
      </dsp:nvSpPr>
      <dsp:spPr>
        <a:xfrm>
          <a:off x="1928396" y="1236477"/>
          <a:ext cx="1543359" cy="617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- Requirements fixed early in the process</a:t>
          </a:r>
        </a:p>
      </dsp:txBody>
      <dsp:txXfrm>
        <a:off x="1928396" y="1236477"/>
        <a:ext cx="1543359" cy="617343"/>
      </dsp:txXfrm>
    </dsp:sp>
    <dsp:sp modelId="{87971D1B-7916-4A9E-9993-E9C493205BB8}">
      <dsp:nvSpPr>
        <dsp:cNvPr id="0" name=""/>
        <dsp:cNvSpPr/>
      </dsp:nvSpPr>
      <dsp:spPr>
        <a:xfrm>
          <a:off x="4042799" y="1789"/>
          <a:ext cx="941449" cy="941449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79FFA9-3E8C-4322-9AF1-74AD0A2446CD}">
      <dsp:nvSpPr>
        <dsp:cNvPr id="0" name=""/>
        <dsp:cNvSpPr/>
      </dsp:nvSpPr>
      <dsp:spPr>
        <a:xfrm>
          <a:off x="4243435" y="202426"/>
          <a:ext cx="540175" cy="54017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A23277-C63E-4C57-BECC-BF0AD80D2E26}">
      <dsp:nvSpPr>
        <dsp:cNvPr id="0" name=""/>
        <dsp:cNvSpPr/>
      </dsp:nvSpPr>
      <dsp:spPr>
        <a:xfrm>
          <a:off x="3741843" y="1236477"/>
          <a:ext cx="1543359" cy="617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- Late testing increases risk of defects</a:t>
          </a:r>
        </a:p>
      </dsp:txBody>
      <dsp:txXfrm>
        <a:off x="3741843" y="1236477"/>
        <a:ext cx="1543359" cy="617343"/>
      </dsp:txXfrm>
    </dsp:sp>
    <dsp:sp modelId="{7FB96CFA-313E-4483-BD7C-C5A2BD0DBD01}">
      <dsp:nvSpPr>
        <dsp:cNvPr id="0" name=""/>
        <dsp:cNvSpPr/>
      </dsp:nvSpPr>
      <dsp:spPr>
        <a:xfrm>
          <a:off x="5856246" y="1789"/>
          <a:ext cx="941449" cy="941449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9F8208-0FAA-4066-AB7E-BE54CCA39798}">
      <dsp:nvSpPr>
        <dsp:cNvPr id="0" name=""/>
        <dsp:cNvSpPr/>
      </dsp:nvSpPr>
      <dsp:spPr>
        <a:xfrm>
          <a:off x="6056883" y="202426"/>
          <a:ext cx="540175" cy="54017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8F1D85-9486-4CF2-8388-0674F5D97E57}">
      <dsp:nvSpPr>
        <dsp:cNvPr id="0" name=""/>
        <dsp:cNvSpPr/>
      </dsp:nvSpPr>
      <dsp:spPr>
        <a:xfrm>
          <a:off x="5555291" y="1236477"/>
          <a:ext cx="1543359" cy="617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- Change in direction (e.g., wellness travel) would require major redesign</a:t>
          </a:r>
        </a:p>
      </dsp:txBody>
      <dsp:txXfrm>
        <a:off x="5555291" y="1236477"/>
        <a:ext cx="1543359" cy="617343"/>
      </dsp:txXfrm>
    </dsp:sp>
    <dsp:sp modelId="{9D12593F-E80C-4FBF-A625-50B9AFEC472E}">
      <dsp:nvSpPr>
        <dsp:cNvPr id="0" name=""/>
        <dsp:cNvSpPr/>
      </dsp:nvSpPr>
      <dsp:spPr>
        <a:xfrm>
          <a:off x="3136075" y="2239660"/>
          <a:ext cx="941449" cy="941449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DD0132-52FB-4F5A-BCE5-042EA34AA5B2}">
      <dsp:nvSpPr>
        <dsp:cNvPr id="0" name=""/>
        <dsp:cNvSpPr/>
      </dsp:nvSpPr>
      <dsp:spPr>
        <a:xfrm>
          <a:off x="3336712" y="2440297"/>
          <a:ext cx="540175" cy="540175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1221C8-E01F-4A2F-8E74-1439527B1205}">
      <dsp:nvSpPr>
        <dsp:cNvPr id="0" name=""/>
        <dsp:cNvSpPr/>
      </dsp:nvSpPr>
      <dsp:spPr>
        <a:xfrm>
          <a:off x="2835120" y="3474348"/>
          <a:ext cx="1543359" cy="617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- Slower adaptation and response times</a:t>
          </a:r>
        </a:p>
      </dsp:txBody>
      <dsp:txXfrm>
        <a:off x="2835120" y="3474348"/>
        <a:ext cx="1543359" cy="61734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7465E5-D66E-4800-BA6D-77090BE90387}">
      <dsp:nvSpPr>
        <dsp:cNvPr id="0" name=""/>
        <dsp:cNvSpPr/>
      </dsp:nvSpPr>
      <dsp:spPr>
        <a:xfrm>
          <a:off x="0" y="288210"/>
          <a:ext cx="4971603" cy="104247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- Choose Agile when requirements evolve</a:t>
          </a:r>
        </a:p>
      </dsp:txBody>
      <dsp:txXfrm>
        <a:off x="50889" y="339099"/>
        <a:ext cx="4869825" cy="940692"/>
      </dsp:txXfrm>
    </dsp:sp>
    <dsp:sp modelId="{A976A87D-7B4B-4673-93CD-C7CF0C988B67}">
      <dsp:nvSpPr>
        <dsp:cNvPr id="0" name=""/>
        <dsp:cNvSpPr/>
      </dsp:nvSpPr>
      <dsp:spPr>
        <a:xfrm>
          <a:off x="0" y="1408440"/>
          <a:ext cx="4971603" cy="1042470"/>
        </a:xfrm>
        <a:prstGeom prst="roundRect">
          <a:avLst/>
        </a:prstGeom>
        <a:gradFill rotWithShape="0">
          <a:gsLst>
            <a:gs pos="0">
              <a:schemeClr val="accent2">
                <a:hueOff val="-988095"/>
                <a:satOff val="4733"/>
                <a:lumOff val="4379"/>
                <a:alphaOff val="0"/>
                <a:tint val="96000"/>
                <a:lumMod val="100000"/>
              </a:schemeClr>
            </a:gs>
            <a:gs pos="78000">
              <a:schemeClr val="accent2">
                <a:hueOff val="-988095"/>
                <a:satOff val="4733"/>
                <a:lumOff val="4379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- Choose Waterfall when stability is required</a:t>
          </a:r>
        </a:p>
      </dsp:txBody>
      <dsp:txXfrm>
        <a:off x="50889" y="1459329"/>
        <a:ext cx="4869825" cy="940692"/>
      </dsp:txXfrm>
    </dsp:sp>
    <dsp:sp modelId="{258266B5-9410-490B-9AA8-8494F2CAD01A}">
      <dsp:nvSpPr>
        <dsp:cNvPr id="0" name=""/>
        <dsp:cNvSpPr/>
      </dsp:nvSpPr>
      <dsp:spPr>
        <a:xfrm>
          <a:off x="0" y="2528670"/>
          <a:ext cx="4971603" cy="1042470"/>
        </a:xfrm>
        <a:prstGeom prst="roundRect">
          <a:avLst/>
        </a:prstGeom>
        <a:gradFill rotWithShape="0">
          <a:gsLst>
            <a:gs pos="0">
              <a:schemeClr val="accent2">
                <a:hueOff val="-1976191"/>
                <a:satOff val="9467"/>
                <a:lumOff val="8758"/>
                <a:alphaOff val="0"/>
                <a:tint val="96000"/>
                <a:lumMod val="100000"/>
              </a:schemeClr>
            </a:gs>
            <a:gs pos="78000">
              <a:schemeClr val="accent2">
                <a:hueOff val="-1976191"/>
                <a:satOff val="9467"/>
                <a:lumOff val="8758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- Agile supported SNHU Travel due to shifting priorities</a:t>
          </a:r>
        </a:p>
      </dsp:txBody>
      <dsp:txXfrm>
        <a:off x="50889" y="2579559"/>
        <a:ext cx="4869825" cy="940692"/>
      </dsp:txXfrm>
    </dsp:sp>
    <dsp:sp modelId="{0D055BDA-8170-4B8F-BB6B-DEBBF38A2F42}">
      <dsp:nvSpPr>
        <dsp:cNvPr id="0" name=""/>
        <dsp:cNvSpPr/>
      </dsp:nvSpPr>
      <dsp:spPr>
        <a:xfrm>
          <a:off x="0" y="3648900"/>
          <a:ext cx="4971603" cy="1042470"/>
        </a:xfrm>
        <a:prstGeom prst="roundRect">
          <a:avLst/>
        </a:prstGeom>
        <a:gradFill rotWithShape="0">
          <a:gsLst>
            <a:gs pos="0">
              <a:schemeClr val="accent2">
                <a:hueOff val="-2964286"/>
                <a:satOff val="14200"/>
                <a:lumOff val="13137"/>
                <a:alphaOff val="0"/>
                <a:tint val="96000"/>
                <a:lumMod val="100000"/>
              </a:schemeClr>
            </a:gs>
            <a:gs pos="78000">
              <a:schemeClr val="accent2">
                <a:hueOff val="-2964286"/>
                <a:satOff val="14200"/>
                <a:lumOff val="13137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- Frequent communication reduced rework and delays</a:t>
          </a:r>
        </a:p>
      </dsp:txBody>
      <dsp:txXfrm>
        <a:off x="50889" y="3699789"/>
        <a:ext cx="4869825" cy="94069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0190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9605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430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8193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9468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9128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5979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3068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4542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6967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360357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795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09176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1652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3027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286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7246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Agile vs Waterfall: </a:t>
            </a:r>
            <a:r>
              <a:rPr lang="en-US" dirty="0"/>
              <a:t>Approach Breakdown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Scrum-Agile Approach Overview</a:t>
            </a:r>
          </a:p>
          <a:p>
            <a:r>
              <a:t>Emily Beech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5199" y="609600"/>
            <a:ext cx="7648121" cy="1099457"/>
          </a:xfrm>
        </p:spPr>
        <p:txBody>
          <a:bodyPr>
            <a:normAutofit/>
          </a:bodyPr>
          <a:lstStyle/>
          <a:p>
            <a:r>
              <a:t>Scrum-Agile Team Roles</a:t>
            </a:r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807450" y="4013200"/>
            <a:ext cx="336550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C6CB6A9-FCEC-6BD5-6DE5-F4BBA52DA8C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98339228"/>
              </p:ext>
            </p:extLst>
          </p:nvPr>
        </p:nvGraphicFramePr>
        <p:xfrm>
          <a:off x="965199" y="1948543"/>
          <a:ext cx="7213600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5199" y="609600"/>
            <a:ext cx="7648121" cy="1099457"/>
          </a:xfrm>
        </p:spPr>
        <p:txBody>
          <a:bodyPr>
            <a:normAutofit/>
          </a:bodyPr>
          <a:lstStyle/>
          <a:p>
            <a:r>
              <a:t>SDLC Phases in Agile</a:t>
            </a:r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807450" y="4013200"/>
            <a:ext cx="336550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A1E3143-C6F2-7BC3-CE2B-14FA85B008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90954544"/>
              </p:ext>
            </p:extLst>
          </p:nvPr>
        </p:nvGraphicFramePr>
        <p:xfrm>
          <a:off x="965199" y="1948543"/>
          <a:ext cx="7213600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5199" y="609600"/>
            <a:ext cx="7648121" cy="1099457"/>
          </a:xfrm>
        </p:spPr>
        <p:txBody>
          <a:bodyPr>
            <a:normAutofit/>
          </a:bodyPr>
          <a:lstStyle/>
          <a:p>
            <a:r>
              <a:t>How Waterfall Differs</a:t>
            </a:r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807450" y="4013200"/>
            <a:ext cx="336550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220AAE2-FC12-14D8-A378-152821DCBD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20759265"/>
              </p:ext>
            </p:extLst>
          </p:nvPr>
        </p:nvGraphicFramePr>
        <p:xfrm>
          <a:off x="965199" y="1948543"/>
          <a:ext cx="7213600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55AE6B0-AC9E-4167-806F-E9DB135FC4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9360" y="1382486"/>
            <a:ext cx="2660686" cy="4093028"/>
          </a:xfrm>
        </p:spPr>
        <p:txBody>
          <a:bodyPr anchor="ctr">
            <a:normAutofit/>
          </a:bodyPr>
          <a:lstStyle/>
          <a:p>
            <a:r>
              <a:rPr lang="en-US" sz="3800"/>
              <a:t>Choosing Waterfall or Agile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523416A-383B-4FDC-B4C9-D8EDDFE9C0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96950" y="-8467"/>
            <a:ext cx="3575050" cy="6866467"/>
            <a:chOff x="7425267" y="-8467"/>
            <a:chExt cx="4766733" cy="68664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B0D29D5-3F7C-4197-821B-6D60A66CC0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BFBFBF">
                  <a:alpha val="7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47FB49A-3541-428A-AADE-682A3C5056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BFBFBF">
                  <a:alpha val="8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23">
              <a:extLst>
                <a:ext uri="{FF2B5EF4-FFF2-40B4-BE49-F238E27FC236}">
                  <a16:creationId xmlns:a16="http://schemas.microsoft.com/office/drawing/2014/main" id="{D96F53DC-08F1-42C6-B558-B83D54B276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Rectangle 25">
              <a:extLst>
                <a:ext uri="{FF2B5EF4-FFF2-40B4-BE49-F238E27FC236}">
                  <a16:creationId xmlns:a16="http://schemas.microsoft.com/office/drawing/2014/main" id="{AFE48CAF-A51C-463F-A570-ED99439A5C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01F0C48B-50FF-4351-8207-16D0960483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 27">
              <a:extLst>
                <a:ext uri="{FF2B5EF4-FFF2-40B4-BE49-F238E27FC236}">
                  <a16:creationId xmlns:a16="http://schemas.microsoft.com/office/drawing/2014/main" id="{300384B6-5ED6-4F91-A548-B706D83751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Rectangle 28">
              <a:extLst>
                <a:ext uri="{FF2B5EF4-FFF2-40B4-BE49-F238E27FC236}">
                  <a16:creationId xmlns:a16="http://schemas.microsoft.com/office/drawing/2014/main" id="{337AFFAE-C182-463C-9459-8AB3C69D9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Rectangle 29">
              <a:extLst>
                <a:ext uri="{FF2B5EF4-FFF2-40B4-BE49-F238E27FC236}">
                  <a16:creationId xmlns:a16="http://schemas.microsoft.com/office/drawing/2014/main" id="{510ACF17-C3F0-42BF-BDEB-D079277121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E804EFD0-B84E-476F-9FC6-6C4A42EA0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87BD1F4E-A66D-4C06-86DA-8D56CA7A3B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3289" y="0"/>
            <a:ext cx="46607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3210061-3D31-A214-4FDD-563F3DAA7C6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39980658"/>
              </p:ext>
            </p:extLst>
          </p:nvPr>
        </p:nvGraphicFramePr>
        <p:xfrm>
          <a:off x="3687414" y="944563"/>
          <a:ext cx="4971603" cy="49795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03AE127-802C-459A-A612-DB85B67F0D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962" y="1179151"/>
            <a:ext cx="2475485" cy="4463889"/>
          </a:xfrm>
        </p:spPr>
        <p:txBody>
          <a:bodyPr anchor="ctr">
            <a:normAutofit/>
          </a:bodyPr>
          <a:lstStyle/>
          <a:p>
            <a:r>
              <a:t>References</a:t>
            </a:r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9323D83D-50D6-4040-A58B-FCEA340F88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13200"/>
            <a:ext cx="336549" cy="2844800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A1FE6BB-DFB2-4080-9B5E-076EF5DDE6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2502" y="1442595"/>
            <a:ext cx="0" cy="3937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34188" y="1109145"/>
            <a:ext cx="4755762" cy="4603900"/>
          </a:xfrm>
        </p:spPr>
        <p:txBody>
          <a:bodyPr anchor="ctr">
            <a:normAutofit/>
          </a:bodyPr>
          <a:lstStyle/>
          <a:p>
            <a:r>
              <a:t>Kantola, K., Vanhanen, J., &amp; Tolvanen, J. (2022).</a:t>
            </a:r>
          </a:p>
          <a:p>
            <a:r>
              <a:t>Kennedy, K. (2024).</a:t>
            </a:r>
          </a:p>
          <a:p>
            <a:r>
              <a:t>Verwijs, C., &amp; Russo, D. (2023).</a:t>
            </a:r>
          </a:p>
          <a:p>
            <a:r>
              <a:t>Xu, X., Dou, Y., Qian, L., Zhang, Z., Ma, Y., &amp; Tan, Y. (2023).</a:t>
            </a:r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F10FD715-4DCE-4779-B634-EC78315EA2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523104" y="0"/>
            <a:ext cx="631947" cy="4616289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</TotalTime>
  <Words>242</Words>
  <Application>Microsoft Office PowerPoint</Application>
  <PresentationFormat>On-screen Show (4:3)</PresentationFormat>
  <Paragraphs>31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Trebuchet MS</vt:lpstr>
      <vt:lpstr>Wingdings 3</vt:lpstr>
      <vt:lpstr>Facet</vt:lpstr>
      <vt:lpstr>Agile vs Waterfall: Approach Breakdown</vt:lpstr>
      <vt:lpstr>Scrum-Agile Team Roles</vt:lpstr>
      <vt:lpstr>SDLC Phases in Agile</vt:lpstr>
      <vt:lpstr>How Waterfall Differs</vt:lpstr>
      <vt:lpstr>Choosing Waterfall or Agile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Emily Beech</cp:lastModifiedBy>
  <cp:revision>2</cp:revision>
  <dcterms:created xsi:type="dcterms:W3CDTF">2013-01-27T09:14:16Z</dcterms:created>
  <dcterms:modified xsi:type="dcterms:W3CDTF">2025-12-10T13:14:09Z</dcterms:modified>
  <cp:category/>
</cp:coreProperties>
</file>